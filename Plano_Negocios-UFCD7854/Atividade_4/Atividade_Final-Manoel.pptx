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4"/>
    <p:sldMasterId id="2147483688" r:id="rId5"/>
  </p:sldMasterIdLst>
  <p:notesMasterIdLst>
    <p:notesMasterId r:id="rId18"/>
  </p:notesMasterIdLst>
  <p:sldIdLst>
    <p:sldId id="264" r:id="rId6"/>
    <p:sldId id="259" r:id="rId7"/>
    <p:sldId id="257" r:id="rId8"/>
    <p:sldId id="268" r:id="rId9"/>
    <p:sldId id="269" r:id="rId10"/>
    <p:sldId id="270" r:id="rId11"/>
    <p:sldId id="266" r:id="rId12"/>
    <p:sldId id="271" r:id="rId13"/>
    <p:sldId id="272" r:id="rId14"/>
    <p:sldId id="273" r:id="rId15"/>
    <p:sldId id="274" r:id="rId16"/>
    <p:sldId id="265" r:id="rId17"/>
  </p:sldIdLst>
  <p:sldSz cx="9144000" cy="6858000" type="screen4x3"/>
  <p:notesSz cx="6858000" cy="9144000"/>
  <p:custDataLst>
    <p:tags r:id="rId1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  <a:srgbClr val="009999"/>
    <a:srgbClr val="FF3300"/>
    <a:srgbClr val="FF6633"/>
    <a:srgbClr val="F8F8F8"/>
    <a:srgbClr val="FFFF99"/>
    <a:srgbClr val="FFFF00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45" autoAdjust="0"/>
  </p:normalViewPr>
  <p:slideViewPr>
    <p:cSldViewPr>
      <p:cViewPr varScale="1">
        <p:scale>
          <a:sx n="65" d="100"/>
          <a:sy n="65" d="100"/>
        </p:scale>
        <p:origin x="13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24594A-6172-48EC-8EF3-DDE7488936E6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FBD0456B-CFAA-4266-9223-2CBDA494796E}">
      <dgm:prSet custT="1"/>
      <dgm:spPr>
        <a:solidFill>
          <a:schemeClr val="tx2">
            <a:lumMod val="75000"/>
            <a:alpha val="50000"/>
          </a:schemeClr>
        </a:solidFill>
      </dgm:spPr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600" b="1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Verdana Pro Black" panose="020F0502020204030204" pitchFamily="34" charset="0"/>
            </a:rPr>
            <a:t>Produto</a:t>
          </a:r>
        </a:p>
      </dgm:t>
    </dgm:pt>
    <dgm:pt modelId="{BCD953EA-57D0-4920-8CC0-EB2758742D51}" type="parTrans" cxnId="{E9B778D8-9888-4C85-A356-1C2BFF6F2BAC}">
      <dgm:prSet/>
      <dgm:spPr/>
      <dgm:t>
        <a:bodyPr/>
        <a:lstStyle/>
        <a:p>
          <a:endParaRPr lang="pt-PT"/>
        </a:p>
      </dgm:t>
    </dgm:pt>
    <dgm:pt modelId="{263F955C-939C-485E-82EC-464D0058E34C}" type="sibTrans" cxnId="{E9B778D8-9888-4C85-A356-1C2BFF6F2BAC}">
      <dgm:prSet/>
      <dgm:spPr/>
      <dgm:t>
        <a:bodyPr/>
        <a:lstStyle/>
        <a:p>
          <a:endParaRPr lang="pt-PT"/>
        </a:p>
      </dgm:t>
    </dgm:pt>
    <dgm:pt modelId="{F40D445D-FDA0-4098-9B05-8595F9A7C68B}">
      <dgm:prSet custT="1"/>
      <dgm:spPr>
        <a:solidFill>
          <a:schemeClr val="tx2">
            <a:lumMod val="60000"/>
            <a:lumOff val="40000"/>
            <a:alpha val="50000"/>
          </a:schemeClr>
        </a:solidFill>
      </dgm:spPr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5000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600" b="1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Verdana Pro Black" panose="020F0502020204030204" pitchFamily="34" charset="0"/>
            </a:rPr>
            <a:t>Preço</a:t>
          </a:r>
        </a:p>
      </dgm:t>
    </dgm:pt>
    <dgm:pt modelId="{A72E9453-F8E0-4680-B55E-3023B7CCCC15}" type="parTrans" cxnId="{F9B280ED-4E89-4708-92CA-CBC4C1C33653}">
      <dgm:prSet/>
      <dgm:spPr/>
      <dgm:t>
        <a:bodyPr/>
        <a:lstStyle/>
        <a:p>
          <a:endParaRPr lang="pt-PT"/>
        </a:p>
      </dgm:t>
    </dgm:pt>
    <dgm:pt modelId="{0A48633E-E3B1-469E-9FE2-BA2824DE276D}" type="sibTrans" cxnId="{F9B280ED-4E89-4708-92CA-CBC4C1C33653}">
      <dgm:prSet/>
      <dgm:spPr/>
      <dgm:t>
        <a:bodyPr/>
        <a:lstStyle/>
        <a:p>
          <a:endParaRPr lang="pt-PT"/>
        </a:p>
      </dgm:t>
    </dgm:pt>
    <dgm:pt modelId="{EE80E05F-3B2A-4F84-9650-012715F01E0C}">
      <dgm:prSet custT="1"/>
      <dgm:spPr>
        <a:solidFill>
          <a:schemeClr val="tx2">
            <a:lumMod val="20000"/>
            <a:lumOff val="80000"/>
            <a:alpha val="50000"/>
          </a:schemeClr>
        </a:solidFill>
      </dgm:spPr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5000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600" b="1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Verdana Pro Black" panose="020F0502020204030204" pitchFamily="34" charset="0"/>
            </a:rPr>
            <a:t>Promoção             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en-US" sz="10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endParaRPr>
        </a:p>
      </dgm:t>
    </dgm:pt>
    <dgm:pt modelId="{EAAE1789-3F68-4215-A14A-0261DA3EE0E7}" type="parTrans" cxnId="{E3E9188B-FDA1-4CC3-A7B9-3B31BCB110B9}">
      <dgm:prSet/>
      <dgm:spPr/>
      <dgm:t>
        <a:bodyPr/>
        <a:lstStyle/>
        <a:p>
          <a:endParaRPr lang="pt-PT"/>
        </a:p>
      </dgm:t>
    </dgm:pt>
    <dgm:pt modelId="{60E0D25E-6D71-43B3-A6C4-302B6176CF04}" type="sibTrans" cxnId="{E3E9188B-FDA1-4CC3-A7B9-3B31BCB110B9}">
      <dgm:prSet/>
      <dgm:spPr/>
      <dgm:t>
        <a:bodyPr/>
        <a:lstStyle/>
        <a:p>
          <a:endParaRPr lang="pt-PT"/>
        </a:p>
      </dgm:t>
    </dgm:pt>
    <dgm:pt modelId="{B2FAC096-9BC7-4734-BA8E-465F5CD90F57}">
      <dgm:prSet custT="1"/>
      <dgm:spPr>
        <a:solidFill>
          <a:schemeClr val="tx2">
            <a:lumMod val="40000"/>
            <a:lumOff val="60000"/>
            <a:alpha val="50000"/>
          </a:schemeClr>
        </a:solidFill>
      </dgm:spPr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5000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600" b="1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Verdana Pro Black" panose="020F0502020204030204" pitchFamily="34" charset="0"/>
            </a:rPr>
            <a:t>Praça (Distribuição)</a:t>
          </a:r>
        </a:p>
      </dgm:t>
    </dgm:pt>
    <dgm:pt modelId="{6826D41B-C030-407B-95B7-7027649DFA13}" type="parTrans" cxnId="{F39DA37C-2BC5-4C6E-AACD-2D56737EB522}">
      <dgm:prSet/>
      <dgm:spPr/>
      <dgm:t>
        <a:bodyPr/>
        <a:lstStyle/>
        <a:p>
          <a:endParaRPr lang="pt-PT"/>
        </a:p>
      </dgm:t>
    </dgm:pt>
    <dgm:pt modelId="{D90E646C-76AD-4570-A4D8-3424BAA69B85}" type="sibTrans" cxnId="{F39DA37C-2BC5-4C6E-AACD-2D56737EB522}">
      <dgm:prSet/>
      <dgm:spPr/>
      <dgm:t>
        <a:bodyPr/>
        <a:lstStyle/>
        <a:p>
          <a:endParaRPr lang="pt-PT"/>
        </a:p>
      </dgm:t>
    </dgm:pt>
    <dgm:pt modelId="{E69342E8-67AE-42AD-9ACD-317CC94B0FB2}" type="pres">
      <dgm:prSet presAssocID="{1424594A-6172-48EC-8EF3-DDE7488936E6}" presName="compositeShape" presStyleCnt="0">
        <dgm:presLayoutVars>
          <dgm:chMax val="7"/>
          <dgm:dir/>
          <dgm:resizeHandles val="exact"/>
        </dgm:presLayoutVars>
      </dgm:prSet>
      <dgm:spPr/>
    </dgm:pt>
    <dgm:pt modelId="{DF17D38D-E901-4BBE-9B17-DF1FCA98E756}" type="pres">
      <dgm:prSet presAssocID="{FBD0456B-CFAA-4266-9223-2CBDA494796E}" presName="circ1" presStyleLbl="vennNode1" presStyleIdx="0" presStyleCnt="4"/>
      <dgm:spPr/>
    </dgm:pt>
    <dgm:pt modelId="{5FFBD6DE-AFA1-4B1E-BD5B-C037A5D4EECD}" type="pres">
      <dgm:prSet presAssocID="{FBD0456B-CFAA-4266-9223-2CBDA494796E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73E44D4-C530-4F29-B862-FB1F6D0F749F}" type="pres">
      <dgm:prSet presAssocID="{F40D445D-FDA0-4098-9B05-8595F9A7C68B}" presName="circ2" presStyleLbl="vennNode1" presStyleIdx="1" presStyleCnt="4"/>
      <dgm:spPr/>
    </dgm:pt>
    <dgm:pt modelId="{B08903CF-3895-450E-B3F9-B3C7F73E4DFC}" type="pres">
      <dgm:prSet presAssocID="{F40D445D-FDA0-4098-9B05-8595F9A7C68B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283D658-807F-4A77-9632-C93348CA6EDB}" type="pres">
      <dgm:prSet presAssocID="{B2FAC096-9BC7-4734-BA8E-465F5CD90F57}" presName="circ3" presStyleLbl="vennNode1" presStyleIdx="2" presStyleCnt="4"/>
      <dgm:spPr/>
    </dgm:pt>
    <dgm:pt modelId="{DB76C60D-82D3-483C-8D3E-AEAA0A649961}" type="pres">
      <dgm:prSet presAssocID="{B2FAC096-9BC7-4734-BA8E-465F5CD90F57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9DF246F-21FC-4BA7-A0C5-6375C19462D6}" type="pres">
      <dgm:prSet presAssocID="{EE80E05F-3B2A-4F84-9650-012715F01E0C}" presName="circ4" presStyleLbl="vennNode1" presStyleIdx="3" presStyleCnt="4"/>
      <dgm:spPr/>
    </dgm:pt>
    <dgm:pt modelId="{D914FDF8-C5AC-4F29-9116-76A33A76C8E2}" type="pres">
      <dgm:prSet presAssocID="{EE80E05F-3B2A-4F84-9650-012715F01E0C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49A93E04-F6C7-4E9F-A090-72CC2A0C791A}" type="presOf" srcId="{EE80E05F-3B2A-4F84-9650-012715F01E0C}" destId="{D914FDF8-C5AC-4F29-9116-76A33A76C8E2}" srcOrd="1" destOrd="0" presId="urn:microsoft.com/office/officeart/2005/8/layout/venn1"/>
    <dgm:cxn modelId="{96A2AD37-8725-4B71-BEA7-D3BDD8C4C17A}" type="presOf" srcId="{FBD0456B-CFAA-4266-9223-2CBDA494796E}" destId="{DF17D38D-E901-4BBE-9B17-DF1FCA98E756}" srcOrd="0" destOrd="0" presId="urn:microsoft.com/office/officeart/2005/8/layout/venn1"/>
    <dgm:cxn modelId="{F39DA37C-2BC5-4C6E-AACD-2D56737EB522}" srcId="{1424594A-6172-48EC-8EF3-DDE7488936E6}" destId="{B2FAC096-9BC7-4734-BA8E-465F5CD90F57}" srcOrd="2" destOrd="0" parTransId="{6826D41B-C030-407B-95B7-7027649DFA13}" sibTransId="{D90E646C-76AD-4570-A4D8-3424BAA69B85}"/>
    <dgm:cxn modelId="{E3E9188B-FDA1-4CC3-A7B9-3B31BCB110B9}" srcId="{1424594A-6172-48EC-8EF3-DDE7488936E6}" destId="{EE80E05F-3B2A-4F84-9650-012715F01E0C}" srcOrd="3" destOrd="0" parTransId="{EAAE1789-3F68-4215-A14A-0261DA3EE0E7}" sibTransId="{60E0D25E-6D71-43B3-A6C4-302B6176CF04}"/>
    <dgm:cxn modelId="{92E6698B-6D9C-41C5-BBCF-BF7A93EFD080}" type="presOf" srcId="{F40D445D-FDA0-4098-9B05-8595F9A7C68B}" destId="{073E44D4-C530-4F29-B862-FB1F6D0F749F}" srcOrd="0" destOrd="0" presId="urn:microsoft.com/office/officeart/2005/8/layout/venn1"/>
    <dgm:cxn modelId="{5C9C3BA1-566A-4605-845E-060531418006}" type="presOf" srcId="{FBD0456B-CFAA-4266-9223-2CBDA494796E}" destId="{5FFBD6DE-AFA1-4B1E-BD5B-C037A5D4EECD}" srcOrd="1" destOrd="0" presId="urn:microsoft.com/office/officeart/2005/8/layout/venn1"/>
    <dgm:cxn modelId="{420E60A7-D812-416E-A476-B8B868FFF625}" type="presOf" srcId="{1424594A-6172-48EC-8EF3-DDE7488936E6}" destId="{E69342E8-67AE-42AD-9ACD-317CC94B0FB2}" srcOrd="0" destOrd="0" presId="urn:microsoft.com/office/officeart/2005/8/layout/venn1"/>
    <dgm:cxn modelId="{606E8FCD-7DEC-46DE-950A-14AA97D4BDD5}" type="presOf" srcId="{B2FAC096-9BC7-4734-BA8E-465F5CD90F57}" destId="{DB76C60D-82D3-483C-8D3E-AEAA0A649961}" srcOrd="1" destOrd="0" presId="urn:microsoft.com/office/officeart/2005/8/layout/venn1"/>
    <dgm:cxn modelId="{8F440DD1-A21A-4D69-9AD9-25C446601F35}" type="presOf" srcId="{F40D445D-FDA0-4098-9B05-8595F9A7C68B}" destId="{B08903CF-3895-450E-B3F9-B3C7F73E4DFC}" srcOrd="1" destOrd="0" presId="urn:microsoft.com/office/officeart/2005/8/layout/venn1"/>
    <dgm:cxn modelId="{E9B778D8-9888-4C85-A356-1C2BFF6F2BAC}" srcId="{1424594A-6172-48EC-8EF3-DDE7488936E6}" destId="{FBD0456B-CFAA-4266-9223-2CBDA494796E}" srcOrd="0" destOrd="0" parTransId="{BCD953EA-57D0-4920-8CC0-EB2758742D51}" sibTransId="{263F955C-939C-485E-82EC-464D0058E34C}"/>
    <dgm:cxn modelId="{F9B280ED-4E89-4708-92CA-CBC4C1C33653}" srcId="{1424594A-6172-48EC-8EF3-DDE7488936E6}" destId="{F40D445D-FDA0-4098-9B05-8595F9A7C68B}" srcOrd="1" destOrd="0" parTransId="{A72E9453-F8E0-4680-B55E-3023B7CCCC15}" sibTransId="{0A48633E-E3B1-469E-9FE2-BA2824DE276D}"/>
    <dgm:cxn modelId="{25F2F3EF-455D-41DA-95B9-4965905036FE}" type="presOf" srcId="{B2FAC096-9BC7-4734-BA8E-465F5CD90F57}" destId="{6283D658-807F-4A77-9632-C93348CA6EDB}" srcOrd="0" destOrd="0" presId="urn:microsoft.com/office/officeart/2005/8/layout/venn1"/>
    <dgm:cxn modelId="{F33063F5-01E4-4BC5-A5CF-4BD6F129B8A4}" type="presOf" srcId="{EE80E05F-3B2A-4F84-9650-012715F01E0C}" destId="{49DF246F-21FC-4BA7-A0C5-6375C19462D6}" srcOrd="0" destOrd="0" presId="urn:microsoft.com/office/officeart/2005/8/layout/venn1"/>
    <dgm:cxn modelId="{E899A1BA-572B-4A1A-90A6-A0EB45007A8A}" type="presParOf" srcId="{E69342E8-67AE-42AD-9ACD-317CC94B0FB2}" destId="{DF17D38D-E901-4BBE-9B17-DF1FCA98E756}" srcOrd="0" destOrd="0" presId="urn:microsoft.com/office/officeart/2005/8/layout/venn1"/>
    <dgm:cxn modelId="{8245B2D3-CB40-46BD-9ED2-5FDAF327124D}" type="presParOf" srcId="{E69342E8-67AE-42AD-9ACD-317CC94B0FB2}" destId="{5FFBD6DE-AFA1-4B1E-BD5B-C037A5D4EECD}" srcOrd="1" destOrd="0" presId="urn:microsoft.com/office/officeart/2005/8/layout/venn1"/>
    <dgm:cxn modelId="{AA133B7C-0B97-45F5-B3CA-0BFA5FF6BCAD}" type="presParOf" srcId="{E69342E8-67AE-42AD-9ACD-317CC94B0FB2}" destId="{073E44D4-C530-4F29-B862-FB1F6D0F749F}" srcOrd="2" destOrd="0" presId="urn:microsoft.com/office/officeart/2005/8/layout/venn1"/>
    <dgm:cxn modelId="{234417D9-C920-4F1F-89CC-FC0DD5945AA8}" type="presParOf" srcId="{E69342E8-67AE-42AD-9ACD-317CC94B0FB2}" destId="{B08903CF-3895-450E-B3F9-B3C7F73E4DFC}" srcOrd="3" destOrd="0" presId="urn:microsoft.com/office/officeart/2005/8/layout/venn1"/>
    <dgm:cxn modelId="{D56C1698-00EB-44A7-BC61-47712C899139}" type="presParOf" srcId="{E69342E8-67AE-42AD-9ACD-317CC94B0FB2}" destId="{6283D658-807F-4A77-9632-C93348CA6EDB}" srcOrd="4" destOrd="0" presId="urn:microsoft.com/office/officeart/2005/8/layout/venn1"/>
    <dgm:cxn modelId="{DBF2389D-B134-4DE5-BB1F-3CDABEF1D649}" type="presParOf" srcId="{E69342E8-67AE-42AD-9ACD-317CC94B0FB2}" destId="{DB76C60D-82D3-483C-8D3E-AEAA0A649961}" srcOrd="5" destOrd="0" presId="urn:microsoft.com/office/officeart/2005/8/layout/venn1"/>
    <dgm:cxn modelId="{DDEB2492-0B80-4486-A7D5-CEC33EA506F8}" type="presParOf" srcId="{E69342E8-67AE-42AD-9ACD-317CC94B0FB2}" destId="{49DF246F-21FC-4BA7-A0C5-6375C19462D6}" srcOrd="6" destOrd="0" presId="urn:microsoft.com/office/officeart/2005/8/layout/venn1"/>
    <dgm:cxn modelId="{61AA89B1-975E-40A5-8909-94DED4B90322}" type="presParOf" srcId="{E69342E8-67AE-42AD-9ACD-317CC94B0FB2}" destId="{D914FDF8-C5AC-4F29-9116-76A33A76C8E2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470C6B-B55E-49F3-8563-377532EC9CD2}" type="doc">
      <dgm:prSet loTypeId="urn:microsoft.com/office/officeart/2005/8/layout/matrix2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56F3D200-08D6-4FF6-B85C-3A7F164A8117}">
      <dgm:prSet phldrT="[Texto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pt-BR" dirty="0"/>
            <a:t>Pontos Fortes</a:t>
          </a:r>
          <a:endParaRPr lang="pt-PT" dirty="0"/>
        </a:p>
      </dgm:t>
    </dgm:pt>
    <dgm:pt modelId="{DD55B6F9-9928-4169-B9AD-B1245FA91463}" type="parTrans" cxnId="{EB8BC36A-0468-4529-B575-7CF21185C43B}">
      <dgm:prSet/>
      <dgm:spPr/>
      <dgm:t>
        <a:bodyPr/>
        <a:lstStyle/>
        <a:p>
          <a:endParaRPr lang="pt-PT"/>
        </a:p>
      </dgm:t>
    </dgm:pt>
    <dgm:pt modelId="{997391F0-CD04-47F0-9E6B-714BF7601E51}" type="sibTrans" cxnId="{EB8BC36A-0468-4529-B575-7CF21185C43B}">
      <dgm:prSet/>
      <dgm:spPr/>
      <dgm:t>
        <a:bodyPr/>
        <a:lstStyle/>
        <a:p>
          <a:endParaRPr lang="pt-PT"/>
        </a:p>
      </dgm:t>
    </dgm:pt>
    <dgm:pt modelId="{E26B010A-7EAF-4974-B806-2C1CE5B33267}">
      <dgm:prSet phldrT="[Texto]" phldr="0"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pt-BR" dirty="0"/>
            <a:t>Pontos Fracos</a:t>
          </a:r>
          <a:endParaRPr lang="pt-PT" dirty="0"/>
        </a:p>
      </dgm:t>
    </dgm:pt>
    <dgm:pt modelId="{9E33FCED-5C4B-4F32-9319-80A749E6E300}" type="parTrans" cxnId="{9ECDE8DA-65C6-4FA8-80E8-B3C4279D2D88}">
      <dgm:prSet/>
      <dgm:spPr/>
      <dgm:t>
        <a:bodyPr/>
        <a:lstStyle/>
        <a:p>
          <a:endParaRPr lang="pt-PT"/>
        </a:p>
      </dgm:t>
    </dgm:pt>
    <dgm:pt modelId="{84364D69-A907-42A5-944A-5D4187BA792F}" type="sibTrans" cxnId="{9ECDE8DA-65C6-4FA8-80E8-B3C4279D2D88}">
      <dgm:prSet/>
      <dgm:spPr/>
      <dgm:t>
        <a:bodyPr/>
        <a:lstStyle/>
        <a:p>
          <a:endParaRPr lang="pt-PT"/>
        </a:p>
      </dgm:t>
    </dgm:pt>
    <dgm:pt modelId="{33DE20A2-E11E-490E-B929-9DC8401D9306}">
      <dgm:prSet phldrT="[Texto]" phldr="0"/>
      <dgm:spPr>
        <a:solidFill>
          <a:srgbClr val="0070C0"/>
        </a:solidFill>
      </dgm:spPr>
      <dgm:t>
        <a:bodyPr/>
        <a:lstStyle/>
        <a:p>
          <a:r>
            <a:rPr lang="pt-BR" dirty="0"/>
            <a:t>Oportunidades</a:t>
          </a:r>
          <a:endParaRPr lang="pt-PT" dirty="0"/>
        </a:p>
      </dgm:t>
    </dgm:pt>
    <dgm:pt modelId="{6DD21CCE-C3CD-420C-B9DD-738B5C18585E}" type="parTrans" cxnId="{2515DD8E-457F-444E-B859-56785AF2C5DA}">
      <dgm:prSet/>
      <dgm:spPr/>
      <dgm:t>
        <a:bodyPr/>
        <a:lstStyle/>
        <a:p>
          <a:endParaRPr lang="pt-PT"/>
        </a:p>
      </dgm:t>
    </dgm:pt>
    <dgm:pt modelId="{34C57660-7AD6-4626-9843-D1431944A3BC}" type="sibTrans" cxnId="{2515DD8E-457F-444E-B859-56785AF2C5DA}">
      <dgm:prSet/>
      <dgm:spPr/>
      <dgm:t>
        <a:bodyPr/>
        <a:lstStyle/>
        <a:p>
          <a:endParaRPr lang="pt-PT"/>
        </a:p>
      </dgm:t>
    </dgm:pt>
    <dgm:pt modelId="{0C354C54-EC58-4986-92F3-42756DD8072C}">
      <dgm:prSet phldrT="[Texto]" phldr="0"/>
      <dgm:spPr>
        <a:solidFill>
          <a:schemeClr val="bg2"/>
        </a:solidFill>
      </dgm:spPr>
      <dgm:t>
        <a:bodyPr/>
        <a:lstStyle/>
        <a:p>
          <a:r>
            <a:rPr lang="pt-BR" dirty="0"/>
            <a:t>Ameaças</a:t>
          </a:r>
          <a:endParaRPr lang="pt-PT" dirty="0"/>
        </a:p>
      </dgm:t>
    </dgm:pt>
    <dgm:pt modelId="{0AF3360D-2EE7-4E18-8E06-E65231786179}" type="parTrans" cxnId="{22D1759B-7020-4E12-ACD8-9D97ECAD604B}">
      <dgm:prSet/>
      <dgm:spPr/>
      <dgm:t>
        <a:bodyPr/>
        <a:lstStyle/>
        <a:p>
          <a:endParaRPr lang="pt-PT"/>
        </a:p>
      </dgm:t>
    </dgm:pt>
    <dgm:pt modelId="{14B6AE67-D6BF-4E89-91A7-613426F34043}" type="sibTrans" cxnId="{22D1759B-7020-4E12-ACD8-9D97ECAD604B}">
      <dgm:prSet/>
      <dgm:spPr/>
      <dgm:t>
        <a:bodyPr/>
        <a:lstStyle/>
        <a:p>
          <a:endParaRPr lang="pt-PT"/>
        </a:p>
      </dgm:t>
    </dgm:pt>
    <dgm:pt modelId="{0C681CB7-A5A4-49CE-9B11-821A75567DBC}" type="pres">
      <dgm:prSet presAssocID="{66470C6B-B55E-49F3-8563-377532EC9CD2}" presName="matrix" presStyleCnt="0">
        <dgm:presLayoutVars>
          <dgm:chMax val="1"/>
          <dgm:dir/>
          <dgm:resizeHandles val="exact"/>
        </dgm:presLayoutVars>
      </dgm:prSet>
      <dgm:spPr/>
    </dgm:pt>
    <dgm:pt modelId="{20CE7DBD-F4BD-4559-BA9D-0129F8D02869}" type="pres">
      <dgm:prSet presAssocID="{66470C6B-B55E-49F3-8563-377532EC9CD2}" presName="axisShape" presStyleLbl="bgShp" presStyleIdx="0" presStyleCnt="1"/>
      <dgm:spPr/>
    </dgm:pt>
    <dgm:pt modelId="{30547B37-8CE5-46DA-B275-59C717A7A116}" type="pres">
      <dgm:prSet presAssocID="{66470C6B-B55E-49F3-8563-377532EC9CD2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0711C77-57BA-4545-A4E3-E42E928111B5}" type="pres">
      <dgm:prSet presAssocID="{66470C6B-B55E-49F3-8563-377532EC9CD2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FEA909A-0998-421E-8E96-7527650B078F}" type="pres">
      <dgm:prSet presAssocID="{66470C6B-B55E-49F3-8563-377532EC9CD2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2FB893A-B957-4D11-9976-D26E3012A2FA}" type="pres">
      <dgm:prSet presAssocID="{66470C6B-B55E-49F3-8563-377532EC9CD2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1862F16-C048-4528-8ED3-2C58368F6ECB}" type="presOf" srcId="{0C354C54-EC58-4986-92F3-42756DD8072C}" destId="{C2FB893A-B957-4D11-9976-D26E3012A2FA}" srcOrd="0" destOrd="0" presId="urn:microsoft.com/office/officeart/2005/8/layout/matrix2"/>
    <dgm:cxn modelId="{41EC0019-CAC8-489F-95FA-5ABD239199D1}" type="presOf" srcId="{E26B010A-7EAF-4974-B806-2C1CE5B33267}" destId="{10711C77-57BA-4545-A4E3-E42E928111B5}" srcOrd="0" destOrd="0" presId="urn:microsoft.com/office/officeart/2005/8/layout/matrix2"/>
    <dgm:cxn modelId="{EB8BC36A-0468-4529-B575-7CF21185C43B}" srcId="{66470C6B-B55E-49F3-8563-377532EC9CD2}" destId="{56F3D200-08D6-4FF6-B85C-3A7F164A8117}" srcOrd="0" destOrd="0" parTransId="{DD55B6F9-9928-4169-B9AD-B1245FA91463}" sibTransId="{997391F0-CD04-47F0-9E6B-714BF7601E51}"/>
    <dgm:cxn modelId="{46252356-70E7-462D-9399-A9F77C24E841}" type="presOf" srcId="{66470C6B-B55E-49F3-8563-377532EC9CD2}" destId="{0C681CB7-A5A4-49CE-9B11-821A75567DBC}" srcOrd="0" destOrd="0" presId="urn:microsoft.com/office/officeart/2005/8/layout/matrix2"/>
    <dgm:cxn modelId="{2515DD8E-457F-444E-B859-56785AF2C5DA}" srcId="{66470C6B-B55E-49F3-8563-377532EC9CD2}" destId="{33DE20A2-E11E-490E-B929-9DC8401D9306}" srcOrd="2" destOrd="0" parTransId="{6DD21CCE-C3CD-420C-B9DD-738B5C18585E}" sibTransId="{34C57660-7AD6-4626-9843-D1431944A3BC}"/>
    <dgm:cxn modelId="{F302C694-6911-465B-A69F-00E18603C3A8}" type="presOf" srcId="{56F3D200-08D6-4FF6-B85C-3A7F164A8117}" destId="{30547B37-8CE5-46DA-B275-59C717A7A116}" srcOrd="0" destOrd="0" presId="urn:microsoft.com/office/officeart/2005/8/layout/matrix2"/>
    <dgm:cxn modelId="{22D1759B-7020-4E12-ACD8-9D97ECAD604B}" srcId="{66470C6B-B55E-49F3-8563-377532EC9CD2}" destId="{0C354C54-EC58-4986-92F3-42756DD8072C}" srcOrd="3" destOrd="0" parTransId="{0AF3360D-2EE7-4E18-8E06-E65231786179}" sibTransId="{14B6AE67-D6BF-4E89-91A7-613426F34043}"/>
    <dgm:cxn modelId="{FD3BF7C1-F211-44E3-B65B-3A3A17039790}" type="presOf" srcId="{33DE20A2-E11E-490E-B929-9DC8401D9306}" destId="{FFEA909A-0998-421E-8E96-7527650B078F}" srcOrd="0" destOrd="0" presId="urn:microsoft.com/office/officeart/2005/8/layout/matrix2"/>
    <dgm:cxn modelId="{9ECDE8DA-65C6-4FA8-80E8-B3C4279D2D88}" srcId="{66470C6B-B55E-49F3-8563-377532EC9CD2}" destId="{E26B010A-7EAF-4974-B806-2C1CE5B33267}" srcOrd="1" destOrd="0" parTransId="{9E33FCED-5C4B-4F32-9319-80A749E6E300}" sibTransId="{84364D69-A907-42A5-944A-5D4187BA792F}"/>
    <dgm:cxn modelId="{396343E2-4090-4D1F-9F29-8F46021AF651}" type="presParOf" srcId="{0C681CB7-A5A4-49CE-9B11-821A75567DBC}" destId="{20CE7DBD-F4BD-4559-BA9D-0129F8D02869}" srcOrd="0" destOrd="0" presId="urn:microsoft.com/office/officeart/2005/8/layout/matrix2"/>
    <dgm:cxn modelId="{1D2EFD9C-755B-415D-A29C-096A936B60D4}" type="presParOf" srcId="{0C681CB7-A5A4-49CE-9B11-821A75567DBC}" destId="{30547B37-8CE5-46DA-B275-59C717A7A116}" srcOrd="1" destOrd="0" presId="urn:microsoft.com/office/officeart/2005/8/layout/matrix2"/>
    <dgm:cxn modelId="{C74CA2BB-714E-4F23-9C5D-79FF7B8E7F35}" type="presParOf" srcId="{0C681CB7-A5A4-49CE-9B11-821A75567DBC}" destId="{10711C77-57BA-4545-A4E3-E42E928111B5}" srcOrd="2" destOrd="0" presId="urn:microsoft.com/office/officeart/2005/8/layout/matrix2"/>
    <dgm:cxn modelId="{ECDEA116-B6ED-4668-B443-DFF7FA651DEF}" type="presParOf" srcId="{0C681CB7-A5A4-49CE-9B11-821A75567DBC}" destId="{FFEA909A-0998-421E-8E96-7527650B078F}" srcOrd="3" destOrd="0" presId="urn:microsoft.com/office/officeart/2005/8/layout/matrix2"/>
    <dgm:cxn modelId="{5FF95FB8-6C7E-4C9B-BF89-6814FF09AF6B}" type="presParOf" srcId="{0C681CB7-A5A4-49CE-9B11-821A75567DBC}" destId="{C2FB893A-B957-4D11-9976-D26E3012A2FA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470C6B-B55E-49F3-8563-377532EC9CD2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56F3D200-08D6-4FF6-B85C-3A7F164A8117}">
      <dgm:prSet phldrT="[Texto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pt-BR" dirty="0"/>
            <a:t>Pontos Fortes</a:t>
          </a:r>
          <a:endParaRPr lang="pt-PT" dirty="0"/>
        </a:p>
      </dgm:t>
    </dgm:pt>
    <dgm:pt modelId="{DD55B6F9-9928-4169-B9AD-B1245FA91463}" type="parTrans" cxnId="{EB8BC36A-0468-4529-B575-7CF21185C43B}">
      <dgm:prSet/>
      <dgm:spPr/>
      <dgm:t>
        <a:bodyPr/>
        <a:lstStyle/>
        <a:p>
          <a:endParaRPr lang="pt-PT"/>
        </a:p>
      </dgm:t>
    </dgm:pt>
    <dgm:pt modelId="{997391F0-CD04-47F0-9E6B-714BF7601E51}" type="sibTrans" cxnId="{EB8BC36A-0468-4529-B575-7CF21185C43B}">
      <dgm:prSet/>
      <dgm:spPr/>
      <dgm:t>
        <a:bodyPr/>
        <a:lstStyle/>
        <a:p>
          <a:endParaRPr lang="pt-PT"/>
        </a:p>
      </dgm:t>
    </dgm:pt>
    <dgm:pt modelId="{E26B010A-7EAF-4974-B806-2C1CE5B33267}">
      <dgm:prSet phldrT="[Texto]" phldr="0"/>
      <dgm:spPr>
        <a:solidFill>
          <a:schemeClr val="accent5">
            <a:lumMod val="50000"/>
          </a:schemeClr>
        </a:solidFill>
      </dgm:spPr>
    </dgm:pt>
    <dgm:pt modelId="{9E33FCED-5C4B-4F32-9319-80A749E6E300}" type="parTrans" cxnId="{9ECDE8DA-65C6-4FA8-80E8-B3C4279D2D88}">
      <dgm:prSet/>
      <dgm:spPr/>
      <dgm:t>
        <a:bodyPr/>
        <a:lstStyle/>
        <a:p>
          <a:endParaRPr lang="pt-PT"/>
        </a:p>
      </dgm:t>
    </dgm:pt>
    <dgm:pt modelId="{84364D69-A907-42A5-944A-5D4187BA792F}" type="sibTrans" cxnId="{9ECDE8DA-65C6-4FA8-80E8-B3C4279D2D88}">
      <dgm:prSet/>
      <dgm:spPr/>
      <dgm:t>
        <a:bodyPr/>
        <a:lstStyle/>
        <a:p>
          <a:endParaRPr lang="pt-PT"/>
        </a:p>
      </dgm:t>
    </dgm:pt>
    <dgm:pt modelId="{33DE20A2-E11E-490E-B929-9DC8401D9306}">
      <dgm:prSet phldrT="[Texto]" phldr="0"/>
      <dgm:spPr>
        <a:solidFill>
          <a:srgbClr val="0070C0"/>
        </a:solidFill>
      </dgm:spPr>
    </dgm:pt>
    <dgm:pt modelId="{6DD21CCE-C3CD-420C-B9DD-738B5C18585E}" type="parTrans" cxnId="{2515DD8E-457F-444E-B859-56785AF2C5DA}">
      <dgm:prSet/>
      <dgm:spPr/>
      <dgm:t>
        <a:bodyPr/>
        <a:lstStyle/>
        <a:p>
          <a:endParaRPr lang="pt-PT"/>
        </a:p>
      </dgm:t>
    </dgm:pt>
    <dgm:pt modelId="{34C57660-7AD6-4626-9843-D1431944A3BC}" type="sibTrans" cxnId="{2515DD8E-457F-444E-B859-56785AF2C5DA}">
      <dgm:prSet/>
      <dgm:spPr/>
      <dgm:t>
        <a:bodyPr/>
        <a:lstStyle/>
        <a:p>
          <a:endParaRPr lang="pt-PT"/>
        </a:p>
      </dgm:t>
    </dgm:pt>
    <dgm:pt modelId="{0C354C54-EC58-4986-92F3-42756DD8072C}">
      <dgm:prSet phldrT="[Texto]" phldr="0"/>
      <dgm:spPr>
        <a:solidFill>
          <a:schemeClr val="bg2"/>
        </a:solidFill>
      </dgm:spPr>
    </dgm:pt>
    <dgm:pt modelId="{0AF3360D-2EE7-4E18-8E06-E65231786179}" type="parTrans" cxnId="{22D1759B-7020-4E12-ACD8-9D97ECAD604B}">
      <dgm:prSet/>
      <dgm:spPr/>
      <dgm:t>
        <a:bodyPr/>
        <a:lstStyle/>
        <a:p>
          <a:endParaRPr lang="pt-PT"/>
        </a:p>
      </dgm:t>
    </dgm:pt>
    <dgm:pt modelId="{14B6AE67-D6BF-4E89-91A7-613426F34043}" type="sibTrans" cxnId="{22D1759B-7020-4E12-ACD8-9D97ECAD604B}">
      <dgm:prSet/>
      <dgm:spPr/>
      <dgm:t>
        <a:bodyPr/>
        <a:lstStyle/>
        <a:p>
          <a:endParaRPr lang="pt-PT"/>
        </a:p>
      </dgm:t>
    </dgm:pt>
    <dgm:pt modelId="{1DED2354-0FE8-43B9-8266-B1C850AB50DE}">
      <dgm:prSet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pt-PT" sz="3600" b="0" dirty="0">
              <a:solidFill>
                <a:schemeClr val="bg1"/>
              </a:solidFill>
              <a:latin typeface="+mn-lt"/>
            </a:rPr>
            <a:t>Biblioteca personalizada</a:t>
          </a:r>
        </a:p>
      </dgm:t>
    </dgm:pt>
    <dgm:pt modelId="{C2F271B0-4324-4CAD-B58B-022E6177A153}" type="parTrans" cxnId="{FBA1C1F6-8A98-4803-8A62-4950B2AAC40D}">
      <dgm:prSet/>
      <dgm:spPr/>
      <dgm:t>
        <a:bodyPr/>
        <a:lstStyle/>
        <a:p>
          <a:endParaRPr lang="pt-PT"/>
        </a:p>
      </dgm:t>
    </dgm:pt>
    <dgm:pt modelId="{32666C2D-7BC1-4E8D-A8C6-5DBEAAFECF31}" type="sibTrans" cxnId="{FBA1C1F6-8A98-4803-8A62-4950B2AAC40D}">
      <dgm:prSet/>
      <dgm:spPr/>
      <dgm:t>
        <a:bodyPr/>
        <a:lstStyle/>
        <a:p>
          <a:endParaRPr lang="pt-PT"/>
        </a:p>
      </dgm:t>
    </dgm:pt>
    <dgm:pt modelId="{F5CEF11C-5ABC-42AA-85BF-887740BE91BA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endParaRPr lang="pt-PT" dirty="0">
            <a:solidFill>
              <a:schemeClr val="bg1"/>
            </a:solidFill>
          </a:endParaRPr>
        </a:p>
      </dgm:t>
    </dgm:pt>
    <dgm:pt modelId="{F29EF54A-EF44-4DC7-9087-48F36F724C9A}" type="parTrans" cxnId="{074F3060-2A6E-475F-9B54-E2940F54E76C}">
      <dgm:prSet/>
      <dgm:spPr/>
      <dgm:t>
        <a:bodyPr/>
        <a:lstStyle/>
        <a:p>
          <a:endParaRPr lang="pt-PT"/>
        </a:p>
      </dgm:t>
    </dgm:pt>
    <dgm:pt modelId="{690549CD-AFBE-4D63-A323-FAA87189D458}" type="sibTrans" cxnId="{074F3060-2A6E-475F-9B54-E2940F54E76C}">
      <dgm:prSet/>
      <dgm:spPr/>
      <dgm:t>
        <a:bodyPr/>
        <a:lstStyle/>
        <a:p>
          <a:endParaRPr lang="pt-PT"/>
        </a:p>
      </dgm:t>
    </dgm:pt>
    <dgm:pt modelId="{E312BF11-270C-47E7-8A56-A051E7663A23}">
      <dgm:prSet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pt-PT" sz="3600" dirty="0">
              <a:solidFill>
                <a:schemeClr val="bg1"/>
              </a:solidFill>
              <a:latin typeface="+mn-lt"/>
            </a:rPr>
            <a:t>Especialização em Biociências</a:t>
          </a:r>
        </a:p>
      </dgm:t>
    </dgm:pt>
    <dgm:pt modelId="{612030DF-C8C4-49AF-AC2D-321430CDF9A1}" type="parTrans" cxnId="{51876AED-3E81-4A15-BAA3-0C7A9E70124E}">
      <dgm:prSet/>
      <dgm:spPr/>
      <dgm:t>
        <a:bodyPr/>
        <a:lstStyle/>
        <a:p>
          <a:endParaRPr lang="pt-PT"/>
        </a:p>
      </dgm:t>
    </dgm:pt>
    <dgm:pt modelId="{AE4B1D12-14D4-4197-B06B-C45BBFBC4484}" type="sibTrans" cxnId="{51876AED-3E81-4A15-BAA3-0C7A9E70124E}">
      <dgm:prSet/>
      <dgm:spPr/>
      <dgm:t>
        <a:bodyPr/>
        <a:lstStyle/>
        <a:p>
          <a:endParaRPr lang="pt-PT"/>
        </a:p>
      </dgm:t>
    </dgm:pt>
    <dgm:pt modelId="{E8F41A43-113A-422D-AD94-6BC064D48634}">
      <dgm:prSet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pt-PT" sz="3600" b="0" dirty="0">
              <a:solidFill>
                <a:schemeClr val="bg1"/>
              </a:solidFill>
              <a:latin typeface="+mn-lt"/>
            </a:rPr>
            <a:t>Acesso offline</a:t>
          </a:r>
        </a:p>
      </dgm:t>
    </dgm:pt>
    <dgm:pt modelId="{4C3F87F1-9A1F-4219-AC63-CE29FE1EEF8E}" type="parTrans" cxnId="{BE77D8BE-AAC5-4C50-994B-D876891AF238}">
      <dgm:prSet/>
      <dgm:spPr/>
      <dgm:t>
        <a:bodyPr/>
        <a:lstStyle/>
        <a:p>
          <a:endParaRPr lang="pt-PT"/>
        </a:p>
      </dgm:t>
    </dgm:pt>
    <dgm:pt modelId="{57EF3ACF-40D5-417B-A711-0C62B1A7D2CF}" type="sibTrans" cxnId="{BE77D8BE-AAC5-4C50-994B-D876891AF238}">
      <dgm:prSet/>
      <dgm:spPr/>
      <dgm:t>
        <a:bodyPr/>
        <a:lstStyle/>
        <a:p>
          <a:endParaRPr lang="pt-PT"/>
        </a:p>
      </dgm:t>
    </dgm:pt>
    <dgm:pt modelId="{99B87C6F-862A-469F-B057-49616B03671A}">
      <dgm:prSet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pt-BR" sz="3600" dirty="0">
              <a:solidFill>
                <a:schemeClr val="bg1"/>
              </a:solidFill>
              <a:latin typeface="+mn-lt"/>
            </a:rPr>
            <a:t>Integração de teoria e prática</a:t>
          </a:r>
          <a:endParaRPr lang="pt-PT" sz="3600" dirty="0">
            <a:solidFill>
              <a:schemeClr val="bg1"/>
            </a:solidFill>
            <a:latin typeface="+mn-lt"/>
          </a:endParaRPr>
        </a:p>
      </dgm:t>
    </dgm:pt>
    <dgm:pt modelId="{6FDE4636-6C28-4D4C-9CA4-BB287377E647}" type="parTrans" cxnId="{F445C2A9-BDDF-4ECE-B5B6-C77A3A21B78D}">
      <dgm:prSet/>
      <dgm:spPr/>
      <dgm:t>
        <a:bodyPr/>
        <a:lstStyle/>
        <a:p>
          <a:endParaRPr lang="pt-PT"/>
        </a:p>
      </dgm:t>
    </dgm:pt>
    <dgm:pt modelId="{88CA3766-56C9-4AE1-8271-C3C7DE976B3A}" type="sibTrans" cxnId="{F445C2A9-BDDF-4ECE-B5B6-C77A3A21B78D}">
      <dgm:prSet/>
      <dgm:spPr/>
      <dgm:t>
        <a:bodyPr/>
        <a:lstStyle/>
        <a:p>
          <a:endParaRPr lang="pt-PT"/>
        </a:p>
      </dgm:t>
    </dgm:pt>
    <dgm:pt modelId="{4B7A507E-F394-44B7-8FB9-52453D9DB179}">
      <dgm:prSet/>
      <dgm:spPr/>
      <dgm:t>
        <a:bodyPr/>
        <a:lstStyle/>
        <a:p>
          <a:endParaRPr lang="pt-PT" dirty="0">
            <a:solidFill>
              <a:schemeClr val="bg1"/>
            </a:solidFill>
          </a:endParaRPr>
        </a:p>
      </dgm:t>
    </dgm:pt>
    <dgm:pt modelId="{EDAB8297-D432-4C14-80B8-625B00D51A74}" type="parTrans" cxnId="{E823F1DA-6970-40CB-87B5-B15A2776C7B7}">
      <dgm:prSet/>
      <dgm:spPr/>
      <dgm:t>
        <a:bodyPr/>
        <a:lstStyle/>
        <a:p>
          <a:endParaRPr lang="pt-PT"/>
        </a:p>
      </dgm:t>
    </dgm:pt>
    <dgm:pt modelId="{FE1571DF-1D53-4C21-A03B-B1D53C49527F}" type="sibTrans" cxnId="{E823F1DA-6970-40CB-87B5-B15A2776C7B7}">
      <dgm:prSet/>
      <dgm:spPr/>
      <dgm:t>
        <a:bodyPr/>
        <a:lstStyle/>
        <a:p>
          <a:endParaRPr lang="pt-PT"/>
        </a:p>
      </dgm:t>
    </dgm:pt>
    <dgm:pt modelId="{20ABCF01-4E8D-4F9A-882C-BF76533ABFF3}">
      <dgm:prSet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endParaRPr lang="pt-PT" sz="3600" dirty="0">
            <a:solidFill>
              <a:schemeClr val="bg1"/>
            </a:solidFill>
            <a:latin typeface="+mn-lt"/>
          </a:endParaRPr>
        </a:p>
      </dgm:t>
    </dgm:pt>
    <dgm:pt modelId="{9ADC9B31-152A-4253-B07A-237E7EFEB7BD}" type="parTrans" cxnId="{23F63A39-8AC4-4771-AAE6-C82DBA282A29}">
      <dgm:prSet/>
      <dgm:spPr/>
      <dgm:t>
        <a:bodyPr/>
        <a:lstStyle/>
        <a:p>
          <a:endParaRPr lang="pt-PT"/>
        </a:p>
      </dgm:t>
    </dgm:pt>
    <dgm:pt modelId="{C48B0D9B-0468-4812-A00B-A79D105F6E53}" type="sibTrans" cxnId="{23F63A39-8AC4-4771-AAE6-C82DBA282A29}">
      <dgm:prSet/>
      <dgm:spPr/>
      <dgm:t>
        <a:bodyPr/>
        <a:lstStyle/>
        <a:p>
          <a:endParaRPr lang="pt-PT"/>
        </a:p>
      </dgm:t>
    </dgm:pt>
    <dgm:pt modelId="{5A00BC4C-4FE5-45E0-A646-E3110F769730}" type="pres">
      <dgm:prSet presAssocID="{66470C6B-B55E-49F3-8563-377532EC9CD2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1C00290-DE82-47AC-84D8-65ACBF67F665}" type="pres">
      <dgm:prSet presAssocID="{66470C6B-B55E-49F3-8563-377532EC9CD2}" presName="matrix" presStyleCnt="0"/>
      <dgm:spPr/>
    </dgm:pt>
    <dgm:pt modelId="{05AD07D5-A78E-475C-BAC5-D8EA76A8FB2C}" type="pres">
      <dgm:prSet presAssocID="{66470C6B-B55E-49F3-8563-377532EC9CD2}" presName="tile1" presStyleLbl="node1" presStyleIdx="0" presStyleCnt="4"/>
      <dgm:spPr/>
    </dgm:pt>
    <dgm:pt modelId="{F6D3010D-3652-41FA-BDD5-A1F873650206}" type="pres">
      <dgm:prSet presAssocID="{66470C6B-B55E-49F3-8563-377532EC9CD2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DC2010A-971E-41AD-8797-D675768365E8}" type="pres">
      <dgm:prSet presAssocID="{66470C6B-B55E-49F3-8563-377532EC9CD2}" presName="tile2" presStyleLbl="node1" presStyleIdx="1" presStyleCnt="4"/>
      <dgm:spPr/>
    </dgm:pt>
    <dgm:pt modelId="{9ADA68E4-4F86-47F8-902B-C09BBD8A6C00}" type="pres">
      <dgm:prSet presAssocID="{66470C6B-B55E-49F3-8563-377532EC9CD2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74D39F2-3C49-4BEF-8C03-364997683BF0}" type="pres">
      <dgm:prSet presAssocID="{66470C6B-B55E-49F3-8563-377532EC9CD2}" presName="tile3" presStyleLbl="node1" presStyleIdx="2" presStyleCnt="4"/>
      <dgm:spPr>
        <a:solidFill>
          <a:schemeClr val="tx2">
            <a:lumMod val="40000"/>
            <a:lumOff val="60000"/>
          </a:schemeClr>
        </a:solidFill>
      </dgm:spPr>
    </dgm:pt>
    <dgm:pt modelId="{3F0DB116-5355-4EDB-9906-020BF34493A2}" type="pres">
      <dgm:prSet presAssocID="{66470C6B-B55E-49F3-8563-377532EC9CD2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BBABBD3-79BE-4524-BA6B-33225576319B}" type="pres">
      <dgm:prSet presAssocID="{66470C6B-B55E-49F3-8563-377532EC9CD2}" presName="tile4" presStyleLbl="node1" presStyleIdx="3" presStyleCnt="4"/>
      <dgm:spPr/>
    </dgm:pt>
    <dgm:pt modelId="{55D501DB-4DD2-4FAA-911D-2B0F896AAD0B}" type="pres">
      <dgm:prSet presAssocID="{66470C6B-B55E-49F3-8563-377532EC9CD2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68F89369-EF1B-4840-8668-6685EDF5CC53}" type="pres">
      <dgm:prSet presAssocID="{66470C6B-B55E-49F3-8563-377532EC9CD2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A7673E01-7B65-4566-A4C9-E8D628FE82BA}" type="presOf" srcId="{1DED2354-0FE8-43B9-8266-B1C850AB50DE}" destId="{F6D3010D-3652-41FA-BDD5-A1F873650206}" srcOrd="1" destOrd="0" presId="urn:microsoft.com/office/officeart/2005/8/layout/matrix1"/>
    <dgm:cxn modelId="{F146351D-8D39-44AF-BF02-F2101F11F8BE}" type="presOf" srcId="{99B87C6F-862A-469F-B057-49616B03671A}" destId="{0BBABBD3-79BE-4524-BA6B-33225576319B}" srcOrd="0" destOrd="0" presId="urn:microsoft.com/office/officeart/2005/8/layout/matrix1"/>
    <dgm:cxn modelId="{7A08E721-3FA4-4640-9312-60D27B4C3999}" type="presOf" srcId="{66470C6B-B55E-49F3-8563-377532EC9CD2}" destId="{5A00BC4C-4FE5-45E0-A646-E3110F769730}" srcOrd="0" destOrd="0" presId="urn:microsoft.com/office/officeart/2005/8/layout/matrix1"/>
    <dgm:cxn modelId="{283C5237-E44B-4127-A9E7-F91886B6692B}" type="presOf" srcId="{E312BF11-270C-47E7-8A56-A051E7663A23}" destId="{3F0DB116-5355-4EDB-9906-020BF34493A2}" srcOrd="1" destOrd="0" presId="urn:microsoft.com/office/officeart/2005/8/layout/matrix1"/>
    <dgm:cxn modelId="{23F63A39-8AC4-4771-AAE6-C82DBA282A29}" srcId="{56F3D200-08D6-4FF6-B85C-3A7F164A8117}" destId="{20ABCF01-4E8D-4F9A-882C-BF76533ABFF3}" srcOrd="4" destOrd="0" parTransId="{9ADC9B31-152A-4253-B07A-237E7EFEB7BD}" sibTransId="{C48B0D9B-0468-4812-A00B-A79D105F6E53}"/>
    <dgm:cxn modelId="{074F3060-2A6E-475F-9B54-E2940F54E76C}" srcId="{56F3D200-08D6-4FF6-B85C-3A7F164A8117}" destId="{F5CEF11C-5ABC-42AA-85BF-887740BE91BA}" srcOrd="6" destOrd="0" parTransId="{F29EF54A-EF44-4DC7-9087-48F36F724C9A}" sibTransId="{690549CD-AFBE-4D63-A323-FAA87189D458}"/>
    <dgm:cxn modelId="{EB8BC36A-0468-4529-B575-7CF21185C43B}" srcId="{66470C6B-B55E-49F3-8563-377532EC9CD2}" destId="{56F3D200-08D6-4FF6-B85C-3A7F164A8117}" srcOrd="0" destOrd="0" parTransId="{DD55B6F9-9928-4169-B9AD-B1245FA91463}" sibTransId="{997391F0-CD04-47F0-9E6B-714BF7601E51}"/>
    <dgm:cxn modelId="{2515DD8E-457F-444E-B859-56785AF2C5DA}" srcId="{66470C6B-B55E-49F3-8563-377532EC9CD2}" destId="{33DE20A2-E11E-490E-B929-9DC8401D9306}" srcOrd="2" destOrd="0" parTransId="{6DD21CCE-C3CD-420C-B9DD-738B5C18585E}" sibTransId="{34C57660-7AD6-4626-9843-D1431944A3BC}"/>
    <dgm:cxn modelId="{22D1759B-7020-4E12-ACD8-9D97ECAD604B}" srcId="{66470C6B-B55E-49F3-8563-377532EC9CD2}" destId="{0C354C54-EC58-4986-92F3-42756DD8072C}" srcOrd="3" destOrd="0" parTransId="{0AF3360D-2EE7-4E18-8E06-E65231786179}" sibTransId="{14B6AE67-D6BF-4E89-91A7-613426F34043}"/>
    <dgm:cxn modelId="{A5F112A7-1B8F-49E6-86BA-AE9BD1A00EB5}" type="presOf" srcId="{E8F41A43-113A-422D-AD94-6BC064D48634}" destId="{CDC2010A-971E-41AD-8797-D675768365E8}" srcOrd="0" destOrd="0" presId="urn:microsoft.com/office/officeart/2005/8/layout/matrix1"/>
    <dgm:cxn modelId="{F445C2A9-BDDF-4ECE-B5B6-C77A3A21B78D}" srcId="{56F3D200-08D6-4FF6-B85C-3A7F164A8117}" destId="{99B87C6F-862A-469F-B057-49616B03671A}" srcOrd="3" destOrd="0" parTransId="{6FDE4636-6C28-4D4C-9CA4-BB287377E647}" sibTransId="{88CA3766-56C9-4AE1-8271-C3C7DE976B3A}"/>
    <dgm:cxn modelId="{BE77D8BE-AAC5-4C50-994B-D876891AF238}" srcId="{56F3D200-08D6-4FF6-B85C-3A7F164A8117}" destId="{E8F41A43-113A-422D-AD94-6BC064D48634}" srcOrd="1" destOrd="0" parTransId="{4C3F87F1-9A1F-4219-AC63-CE29FE1EEF8E}" sibTransId="{57EF3ACF-40D5-417B-A711-0C62B1A7D2CF}"/>
    <dgm:cxn modelId="{A71C33CA-1F4A-4D89-928C-F09E1BEE53F9}" type="presOf" srcId="{56F3D200-08D6-4FF6-B85C-3A7F164A8117}" destId="{68F89369-EF1B-4840-8668-6685EDF5CC53}" srcOrd="0" destOrd="0" presId="urn:microsoft.com/office/officeart/2005/8/layout/matrix1"/>
    <dgm:cxn modelId="{4C3E60D2-6BDB-4221-B7BA-D223D533AEFD}" type="presOf" srcId="{E312BF11-270C-47E7-8A56-A051E7663A23}" destId="{274D39F2-3C49-4BEF-8C03-364997683BF0}" srcOrd="0" destOrd="0" presId="urn:microsoft.com/office/officeart/2005/8/layout/matrix1"/>
    <dgm:cxn modelId="{F7ED6AD8-1902-4A86-B02F-33A1D3D9A923}" type="presOf" srcId="{1DED2354-0FE8-43B9-8266-B1C850AB50DE}" destId="{05AD07D5-A78E-475C-BAC5-D8EA76A8FB2C}" srcOrd="0" destOrd="0" presId="urn:microsoft.com/office/officeart/2005/8/layout/matrix1"/>
    <dgm:cxn modelId="{9ECDE8DA-65C6-4FA8-80E8-B3C4279D2D88}" srcId="{66470C6B-B55E-49F3-8563-377532EC9CD2}" destId="{E26B010A-7EAF-4974-B806-2C1CE5B33267}" srcOrd="1" destOrd="0" parTransId="{9E33FCED-5C4B-4F32-9319-80A749E6E300}" sibTransId="{84364D69-A907-42A5-944A-5D4187BA792F}"/>
    <dgm:cxn modelId="{E823F1DA-6970-40CB-87B5-B15A2776C7B7}" srcId="{56F3D200-08D6-4FF6-B85C-3A7F164A8117}" destId="{4B7A507E-F394-44B7-8FB9-52453D9DB179}" srcOrd="5" destOrd="0" parTransId="{EDAB8297-D432-4C14-80B8-625B00D51A74}" sibTransId="{FE1571DF-1D53-4C21-A03B-B1D53C49527F}"/>
    <dgm:cxn modelId="{02F340EB-7C28-4397-86CA-4E4B1D59B240}" type="presOf" srcId="{E8F41A43-113A-422D-AD94-6BC064D48634}" destId="{9ADA68E4-4F86-47F8-902B-C09BBD8A6C00}" srcOrd="1" destOrd="0" presId="urn:microsoft.com/office/officeart/2005/8/layout/matrix1"/>
    <dgm:cxn modelId="{51876AED-3E81-4A15-BAA3-0C7A9E70124E}" srcId="{56F3D200-08D6-4FF6-B85C-3A7F164A8117}" destId="{E312BF11-270C-47E7-8A56-A051E7663A23}" srcOrd="2" destOrd="0" parTransId="{612030DF-C8C4-49AF-AC2D-321430CDF9A1}" sibTransId="{AE4B1D12-14D4-4197-B06B-C45BBFBC4484}"/>
    <dgm:cxn modelId="{09DB45EE-2050-4514-B932-34285A210B17}" type="presOf" srcId="{99B87C6F-862A-469F-B057-49616B03671A}" destId="{55D501DB-4DD2-4FAA-911D-2B0F896AAD0B}" srcOrd="1" destOrd="0" presId="urn:microsoft.com/office/officeart/2005/8/layout/matrix1"/>
    <dgm:cxn modelId="{FBA1C1F6-8A98-4803-8A62-4950B2AAC40D}" srcId="{56F3D200-08D6-4FF6-B85C-3A7F164A8117}" destId="{1DED2354-0FE8-43B9-8266-B1C850AB50DE}" srcOrd="0" destOrd="0" parTransId="{C2F271B0-4324-4CAD-B58B-022E6177A153}" sibTransId="{32666C2D-7BC1-4E8D-A8C6-5DBEAAFECF31}"/>
    <dgm:cxn modelId="{3B5A41FA-50E9-46FF-B48C-402B24B85B22}" type="presParOf" srcId="{5A00BC4C-4FE5-45E0-A646-E3110F769730}" destId="{B1C00290-DE82-47AC-84D8-65ACBF67F665}" srcOrd="0" destOrd="0" presId="urn:microsoft.com/office/officeart/2005/8/layout/matrix1"/>
    <dgm:cxn modelId="{6C5154D6-ED51-4C3B-913E-83FE6A6F7762}" type="presParOf" srcId="{B1C00290-DE82-47AC-84D8-65ACBF67F665}" destId="{05AD07D5-A78E-475C-BAC5-D8EA76A8FB2C}" srcOrd="0" destOrd="0" presId="urn:microsoft.com/office/officeart/2005/8/layout/matrix1"/>
    <dgm:cxn modelId="{B7BEBDDE-C678-4161-B0F3-002983DEC474}" type="presParOf" srcId="{B1C00290-DE82-47AC-84D8-65ACBF67F665}" destId="{F6D3010D-3652-41FA-BDD5-A1F873650206}" srcOrd="1" destOrd="0" presId="urn:microsoft.com/office/officeart/2005/8/layout/matrix1"/>
    <dgm:cxn modelId="{2C64FBE0-92D4-41B8-9215-5E520B6C62DA}" type="presParOf" srcId="{B1C00290-DE82-47AC-84D8-65ACBF67F665}" destId="{CDC2010A-971E-41AD-8797-D675768365E8}" srcOrd="2" destOrd="0" presId="urn:microsoft.com/office/officeart/2005/8/layout/matrix1"/>
    <dgm:cxn modelId="{8B0B2CA5-C012-469E-B907-BE7C71ABB7AF}" type="presParOf" srcId="{B1C00290-DE82-47AC-84D8-65ACBF67F665}" destId="{9ADA68E4-4F86-47F8-902B-C09BBD8A6C00}" srcOrd="3" destOrd="0" presId="urn:microsoft.com/office/officeart/2005/8/layout/matrix1"/>
    <dgm:cxn modelId="{3354B259-46A0-4EAA-A9E5-CAEE468A166D}" type="presParOf" srcId="{B1C00290-DE82-47AC-84D8-65ACBF67F665}" destId="{274D39F2-3C49-4BEF-8C03-364997683BF0}" srcOrd="4" destOrd="0" presId="urn:microsoft.com/office/officeart/2005/8/layout/matrix1"/>
    <dgm:cxn modelId="{6058E613-4500-4899-921E-047E8496482A}" type="presParOf" srcId="{B1C00290-DE82-47AC-84D8-65ACBF67F665}" destId="{3F0DB116-5355-4EDB-9906-020BF34493A2}" srcOrd="5" destOrd="0" presId="urn:microsoft.com/office/officeart/2005/8/layout/matrix1"/>
    <dgm:cxn modelId="{67761602-3BDF-453F-AC92-C26B9CDACD54}" type="presParOf" srcId="{B1C00290-DE82-47AC-84D8-65ACBF67F665}" destId="{0BBABBD3-79BE-4524-BA6B-33225576319B}" srcOrd="6" destOrd="0" presId="urn:microsoft.com/office/officeart/2005/8/layout/matrix1"/>
    <dgm:cxn modelId="{A5AF592D-FA98-49A8-A57E-441C6739F7CD}" type="presParOf" srcId="{B1C00290-DE82-47AC-84D8-65ACBF67F665}" destId="{55D501DB-4DD2-4FAA-911D-2B0F896AAD0B}" srcOrd="7" destOrd="0" presId="urn:microsoft.com/office/officeart/2005/8/layout/matrix1"/>
    <dgm:cxn modelId="{9DF8F455-AB74-42C5-87FC-2F3330A37AE1}" type="presParOf" srcId="{5A00BC4C-4FE5-45E0-A646-E3110F769730}" destId="{68F89369-EF1B-4840-8668-6685EDF5CC53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6470C6B-B55E-49F3-8563-377532EC9CD2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56F3D200-08D6-4FF6-B85C-3A7F164A8117}">
      <dgm:prSet phldrT="[Texto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pt-BR" dirty="0"/>
            <a:t>Pontos Fracos</a:t>
          </a:r>
          <a:endParaRPr lang="pt-PT" dirty="0"/>
        </a:p>
      </dgm:t>
    </dgm:pt>
    <dgm:pt modelId="{DD55B6F9-9928-4169-B9AD-B1245FA91463}" type="parTrans" cxnId="{EB8BC36A-0468-4529-B575-7CF21185C43B}">
      <dgm:prSet/>
      <dgm:spPr/>
      <dgm:t>
        <a:bodyPr/>
        <a:lstStyle/>
        <a:p>
          <a:endParaRPr lang="pt-PT"/>
        </a:p>
      </dgm:t>
    </dgm:pt>
    <dgm:pt modelId="{997391F0-CD04-47F0-9E6B-714BF7601E51}" type="sibTrans" cxnId="{EB8BC36A-0468-4529-B575-7CF21185C43B}">
      <dgm:prSet/>
      <dgm:spPr/>
      <dgm:t>
        <a:bodyPr/>
        <a:lstStyle/>
        <a:p>
          <a:endParaRPr lang="pt-PT"/>
        </a:p>
      </dgm:t>
    </dgm:pt>
    <dgm:pt modelId="{E26B010A-7EAF-4974-B806-2C1CE5B33267}">
      <dgm:prSet phldrT="[Texto]" phldr="0"/>
      <dgm:spPr>
        <a:solidFill>
          <a:schemeClr val="accent5">
            <a:lumMod val="50000"/>
          </a:schemeClr>
        </a:solidFill>
      </dgm:spPr>
      <dgm:t>
        <a:bodyPr/>
        <a:lstStyle/>
        <a:p>
          <a:endParaRPr lang="pt-PT"/>
        </a:p>
      </dgm:t>
    </dgm:pt>
    <dgm:pt modelId="{9E33FCED-5C4B-4F32-9319-80A749E6E300}" type="parTrans" cxnId="{9ECDE8DA-65C6-4FA8-80E8-B3C4279D2D88}">
      <dgm:prSet/>
      <dgm:spPr/>
      <dgm:t>
        <a:bodyPr/>
        <a:lstStyle/>
        <a:p>
          <a:endParaRPr lang="pt-PT"/>
        </a:p>
      </dgm:t>
    </dgm:pt>
    <dgm:pt modelId="{84364D69-A907-42A5-944A-5D4187BA792F}" type="sibTrans" cxnId="{9ECDE8DA-65C6-4FA8-80E8-B3C4279D2D88}">
      <dgm:prSet/>
      <dgm:spPr/>
      <dgm:t>
        <a:bodyPr/>
        <a:lstStyle/>
        <a:p>
          <a:endParaRPr lang="pt-PT"/>
        </a:p>
      </dgm:t>
    </dgm:pt>
    <dgm:pt modelId="{33DE20A2-E11E-490E-B929-9DC8401D9306}">
      <dgm:prSet phldrT="[Texto]" phldr="0"/>
      <dgm:spPr>
        <a:solidFill>
          <a:srgbClr val="0070C0"/>
        </a:solidFill>
      </dgm:spPr>
      <dgm:t>
        <a:bodyPr/>
        <a:lstStyle/>
        <a:p>
          <a:endParaRPr lang="pt-PT"/>
        </a:p>
      </dgm:t>
    </dgm:pt>
    <dgm:pt modelId="{6DD21CCE-C3CD-420C-B9DD-738B5C18585E}" type="parTrans" cxnId="{2515DD8E-457F-444E-B859-56785AF2C5DA}">
      <dgm:prSet/>
      <dgm:spPr/>
      <dgm:t>
        <a:bodyPr/>
        <a:lstStyle/>
        <a:p>
          <a:endParaRPr lang="pt-PT"/>
        </a:p>
      </dgm:t>
    </dgm:pt>
    <dgm:pt modelId="{34C57660-7AD6-4626-9843-D1431944A3BC}" type="sibTrans" cxnId="{2515DD8E-457F-444E-B859-56785AF2C5DA}">
      <dgm:prSet/>
      <dgm:spPr/>
      <dgm:t>
        <a:bodyPr/>
        <a:lstStyle/>
        <a:p>
          <a:endParaRPr lang="pt-PT"/>
        </a:p>
      </dgm:t>
    </dgm:pt>
    <dgm:pt modelId="{0C354C54-EC58-4986-92F3-42756DD8072C}">
      <dgm:prSet phldrT="[Texto]" phldr="0"/>
      <dgm:spPr>
        <a:solidFill>
          <a:schemeClr val="bg2"/>
        </a:solidFill>
      </dgm:spPr>
      <dgm:t>
        <a:bodyPr/>
        <a:lstStyle/>
        <a:p>
          <a:endParaRPr lang="pt-PT"/>
        </a:p>
      </dgm:t>
    </dgm:pt>
    <dgm:pt modelId="{0AF3360D-2EE7-4E18-8E06-E65231786179}" type="parTrans" cxnId="{22D1759B-7020-4E12-ACD8-9D97ECAD604B}">
      <dgm:prSet/>
      <dgm:spPr/>
      <dgm:t>
        <a:bodyPr/>
        <a:lstStyle/>
        <a:p>
          <a:endParaRPr lang="pt-PT"/>
        </a:p>
      </dgm:t>
    </dgm:pt>
    <dgm:pt modelId="{14B6AE67-D6BF-4E89-91A7-613426F34043}" type="sibTrans" cxnId="{22D1759B-7020-4E12-ACD8-9D97ECAD604B}">
      <dgm:prSet/>
      <dgm:spPr/>
      <dgm:t>
        <a:bodyPr/>
        <a:lstStyle/>
        <a:p>
          <a:endParaRPr lang="pt-PT"/>
        </a:p>
      </dgm:t>
    </dgm:pt>
    <dgm:pt modelId="{F5CEF11C-5ABC-42AA-85BF-887740BE91BA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pPr>
            <a:buNone/>
          </a:pPr>
          <a:r>
            <a:rPr lang="pt-BR" b="0" dirty="0">
              <a:solidFill>
                <a:schemeClr val="bg1"/>
              </a:solidFill>
            </a:rPr>
            <a:t>Depende de engajamento de professores e estudantes</a:t>
          </a:r>
          <a:endParaRPr lang="pt-PT" b="0" dirty="0">
            <a:solidFill>
              <a:schemeClr val="bg1"/>
            </a:solidFill>
          </a:endParaRPr>
        </a:p>
      </dgm:t>
    </dgm:pt>
    <dgm:pt modelId="{F29EF54A-EF44-4DC7-9087-48F36F724C9A}" type="parTrans" cxnId="{074F3060-2A6E-475F-9B54-E2940F54E76C}">
      <dgm:prSet/>
      <dgm:spPr/>
      <dgm:t>
        <a:bodyPr/>
        <a:lstStyle/>
        <a:p>
          <a:endParaRPr lang="pt-PT"/>
        </a:p>
      </dgm:t>
    </dgm:pt>
    <dgm:pt modelId="{690549CD-AFBE-4D63-A323-FAA87189D458}" type="sibTrans" cxnId="{074F3060-2A6E-475F-9B54-E2940F54E76C}">
      <dgm:prSet/>
      <dgm:spPr/>
      <dgm:t>
        <a:bodyPr/>
        <a:lstStyle/>
        <a:p>
          <a:endParaRPr lang="pt-PT"/>
        </a:p>
      </dgm:t>
    </dgm:pt>
    <dgm:pt modelId="{4B7A507E-F394-44B7-8FB9-52453D9DB179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pPr>
            <a:buNone/>
          </a:pPr>
          <a:r>
            <a:rPr lang="pt-BR" b="0" dirty="0">
              <a:solidFill>
                <a:schemeClr val="bg1"/>
              </a:solidFill>
            </a:rPr>
            <a:t>Recursos financeiros e humanos reduzidos</a:t>
          </a:r>
          <a:endParaRPr lang="pt-PT" b="0" dirty="0">
            <a:solidFill>
              <a:schemeClr val="bg1"/>
            </a:solidFill>
          </a:endParaRPr>
        </a:p>
      </dgm:t>
    </dgm:pt>
    <dgm:pt modelId="{EDAB8297-D432-4C14-80B8-625B00D51A74}" type="parTrans" cxnId="{E823F1DA-6970-40CB-87B5-B15A2776C7B7}">
      <dgm:prSet/>
      <dgm:spPr/>
      <dgm:t>
        <a:bodyPr/>
        <a:lstStyle/>
        <a:p>
          <a:endParaRPr lang="pt-PT"/>
        </a:p>
      </dgm:t>
    </dgm:pt>
    <dgm:pt modelId="{FE1571DF-1D53-4C21-A03B-B1D53C49527F}" type="sibTrans" cxnId="{E823F1DA-6970-40CB-87B5-B15A2776C7B7}">
      <dgm:prSet/>
      <dgm:spPr/>
      <dgm:t>
        <a:bodyPr/>
        <a:lstStyle/>
        <a:p>
          <a:endParaRPr lang="pt-PT"/>
        </a:p>
      </dgm:t>
    </dgm:pt>
    <dgm:pt modelId="{20ABCF01-4E8D-4F9A-882C-BF76533ABFF3}">
      <dgm:prSet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pPr>
            <a:buNone/>
          </a:pPr>
          <a:r>
            <a:rPr lang="pt-BR" sz="3600" b="0" dirty="0">
              <a:solidFill>
                <a:schemeClr val="bg1"/>
              </a:solidFill>
            </a:rPr>
            <a:t>Base inicial de recursos limitada</a:t>
          </a:r>
          <a:endParaRPr lang="pt-PT" sz="3600" b="0" dirty="0">
            <a:solidFill>
              <a:schemeClr val="bg1"/>
            </a:solidFill>
            <a:latin typeface="+mn-lt"/>
          </a:endParaRPr>
        </a:p>
      </dgm:t>
    </dgm:pt>
    <dgm:pt modelId="{9ADC9B31-152A-4253-B07A-237E7EFEB7BD}" type="parTrans" cxnId="{23F63A39-8AC4-4771-AAE6-C82DBA282A29}">
      <dgm:prSet/>
      <dgm:spPr/>
      <dgm:t>
        <a:bodyPr/>
        <a:lstStyle/>
        <a:p>
          <a:endParaRPr lang="pt-PT"/>
        </a:p>
      </dgm:t>
    </dgm:pt>
    <dgm:pt modelId="{C48B0D9B-0468-4812-A00B-A79D105F6E53}" type="sibTrans" cxnId="{23F63A39-8AC4-4771-AAE6-C82DBA282A29}">
      <dgm:prSet/>
      <dgm:spPr/>
      <dgm:t>
        <a:bodyPr/>
        <a:lstStyle/>
        <a:p>
          <a:endParaRPr lang="pt-PT"/>
        </a:p>
      </dgm:t>
    </dgm:pt>
    <dgm:pt modelId="{7DEBB30C-B3CC-4946-BC91-BECC0101B274}">
      <dgm:prSet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pt-BR" sz="3600" b="0" dirty="0">
              <a:solidFill>
                <a:schemeClr val="bg1"/>
              </a:solidFill>
            </a:rPr>
            <a:t>Baixa visibilidade inicial</a:t>
          </a:r>
          <a:endParaRPr lang="pt-PT" sz="3600" b="0" dirty="0">
            <a:solidFill>
              <a:schemeClr val="bg1"/>
            </a:solidFill>
            <a:latin typeface="+mn-lt"/>
          </a:endParaRPr>
        </a:p>
      </dgm:t>
    </dgm:pt>
    <dgm:pt modelId="{89FFA807-F039-4A8B-A42D-07C9684965D9}" type="parTrans" cxnId="{46C294B6-8C7A-4080-95EF-5EE63E437EA2}">
      <dgm:prSet/>
      <dgm:spPr/>
      <dgm:t>
        <a:bodyPr/>
        <a:lstStyle/>
        <a:p>
          <a:endParaRPr lang="pt-PT"/>
        </a:p>
      </dgm:t>
    </dgm:pt>
    <dgm:pt modelId="{AA4CB757-9A65-4061-9D5B-E9A90A829357}" type="sibTrans" cxnId="{46C294B6-8C7A-4080-95EF-5EE63E437EA2}">
      <dgm:prSet/>
      <dgm:spPr/>
      <dgm:t>
        <a:bodyPr/>
        <a:lstStyle/>
        <a:p>
          <a:endParaRPr lang="pt-PT"/>
        </a:p>
      </dgm:t>
    </dgm:pt>
    <dgm:pt modelId="{5A00BC4C-4FE5-45E0-A646-E3110F769730}" type="pres">
      <dgm:prSet presAssocID="{66470C6B-B55E-49F3-8563-377532EC9CD2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1C00290-DE82-47AC-84D8-65ACBF67F665}" type="pres">
      <dgm:prSet presAssocID="{66470C6B-B55E-49F3-8563-377532EC9CD2}" presName="matrix" presStyleCnt="0"/>
      <dgm:spPr/>
    </dgm:pt>
    <dgm:pt modelId="{05AD07D5-A78E-475C-BAC5-D8EA76A8FB2C}" type="pres">
      <dgm:prSet presAssocID="{66470C6B-B55E-49F3-8563-377532EC9CD2}" presName="tile1" presStyleLbl="node1" presStyleIdx="0" presStyleCnt="4"/>
      <dgm:spPr/>
    </dgm:pt>
    <dgm:pt modelId="{F6D3010D-3652-41FA-BDD5-A1F873650206}" type="pres">
      <dgm:prSet presAssocID="{66470C6B-B55E-49F3-8563-377532EC9CD2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DC2010A-971E-41AD-8797-D675768365E8}" type="pres">
      <dgm:prSet presAssocID="{66470C6B-B55E-49F3-8563-377532EC9CD2}" presName="tile2" presStyleLbl="node1" presStyleIdx="1" presStyleCnt="4"/>
      <dgm:spPr/>
    </dgm:pt>
    <dgm:pt modelId="{9ADA68E4-4F86-47F8-902B-C09BBD8A6C00}" type="pres">
      <dgm:prSet presAssocID="{66470C6B-B55E-49F3-8563-377532EC9CD2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74D39F2-3C49-4BEF-8C03-364997683BF0}" type="pres">
      <dgm:prSet presAssocID="{66470C6B-B55E-49F3-8563-377532EC9CD2}" presName="tile3" presStyleLbl="node1" presStyleIdx="2" presStyleCnt="4"/>
      <dgm:spPr/>
    </dgm:pt>
    <dgm:pt modelId="{3F0DB116-5355-4EDB-9906-020BF34493A2}" type="pres">
      <dgm:prSet presAssocID="{66470C6B-B55E-49F3-8563-377532EC9CD2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BBABBD3-79BE-4524-BA6B-33225576319B}" type="pres">
      <dgm:prSet presAssocID="{66470C6B-B55E-49F3-8563-377532EC9CD2}" presName="tile4" presStyleLbl="node1" presStyleIdx="3" presStyleCnt="4"/>
      <dgm:spPr/>
    </dgm:pt>
    <dgm:pt modelId="{55D501DB-4DD2-4FAA-911D-2B0F896AAD0B}" type="pres">
      <dgm:prSet presAssocID="{66470C6B-B55E-49F3-8563-377532EC9CD2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68F89369-EF1B-4840-8668-6685EDF5CC53}" type="pres">
      <dgm:prSet presAssocID="{66470C6B-B55E-49F3-8563-377532EC9CD2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038FD505-9FF1-48B9-806F-8A5F84AA9E77}" type="presOf" srcId="{F5CEF11C-5ABC-42AA-85BF-887740BE91BA}" destId="{55D501DB-4DD2-4FAA-911D-2B0F896AAD0B}" srcOrd="1" destOrd="0" presId="urn:microsoft.com/office/officeart/2005/8/layout/matrix1"/>
    <dgm:cxn modelId="{475AA20F-9861-4FCE-94EA-0923EBE0580C}" type="presOf" srcId="{4B7A507E-F394-44B7-8FB9-52453D9DB179}" destId="{3F0DB116-5355-4EDB-9906-020BF34493A2}" srcOrd="1" destOrd="0" presId="urn:microsoft.com/office/officeart/2005/8/layout/matrix1"/>
    <dgm:cxn modelId="{BCE17E1D-30A8-4FC0-9075-5FD2D6421112}" type="presOf" srcId="{7DEBB30C-B3CC-4946-BC91-BECC0101B274}" destId="{CDC2010A-971E-41AD-8797-D675768365E8}" srcOrd="0" destOrd="0" presId="urn:microsoft.com/office/officeart/2005/8/layout/matrix1"/>
    <dgm:cxn modelId="{7A08E721-3FA4-4640-9312-60D27B4C3999}" type="presOf" srcId="{66470C6B-B55E-49F3-8563-377532EC9CD2}" destId="{5A00BC4C-4FE5-45E0-A646-E3110F769730}" srcOrd="0" destOrd="0" presId="urn:microsoft.com/office/officeart/2005/8/layout/matrix1"/>
    <dgm:cxn modelId="{23F63A39-8AC4-4771-AAE6-C82DBA282A29}" srcId="{56F3D200-08D6-4FF6-B85C-3A7F164A8117}" destId="{20ABCF01-4E8D-4F9A-882C-BF76533ABFF3}" srcOrd="0" destOrd="0" parTransId="{9ADC9B31-152A-4253-B07A-237E7EFEB7BD}" sibTransId="{C48B0D9B-0468-4812-A00B-A79D105F6E53}"/>
    <dgm:cxn modelId="{074F3060-2A6E-475F-9B54-E2940F54E76C}" srcId="{56F3D200-08D6-4FF6-B85C-3A7F164A8117}" destId="{F5CEF11C-5ABC-42AA-85BF-887740BE91BA}" srcOrd="3" destOrd="0" parTransId="{F29EF54A-EF44-4DC7-9087-48F36F724C9A}" sibTransId="{690549CD-AFBE-4D63-A323-FAA87189D458}"/>
    <dgm:cxn modelId="{EB8BC36A-0468-4529-B575-7CF21185C43B}" srcId="{66470C6B-B55E-49F3-8563-377532EC9CD2}" destId="{56F3D200-08D6-4FF6-B85C-3A7F164A8117}" srcOrd="0" destOrd="0" parTransId="{DD55B6F9-9928-4169-B9AD-B1245FA91463}" sibTransId="{997391F0-CD04-47F0-9E6B-714BF7601E51}"/>
    <dgm:cxn modelId="{C3714371-01AB-4E23-B7BD-3CDFD85B3AC1}" type="presOf" srcId="{F5CEF11C-5ABC-42AA-85BF-887740BE91BA}" destId="{0BBABBD3-79BE-4524-BA6B-33225576319B}" srcOrd="0" destOrd="0" presId="urn:microsoft.com/office/officeart/2005/8/layout/matrix1"/>
    <dgm:cxn modelId="{51E32C55-7698-4A27-8CD1-E71832995AA9}" type="presOf" srcId="{20ABCF01-4E8D-4F9A-882C-BF76533ABFF3}" destId="{F6D3010D-3652-41FA-BDD5-A1F873650206}" srcOrd="1" destOrd="0" presId="urn:microsoft.com/office/officeart/2005/8/layout/matrix1"/>
    <dgm:cxn modelId="{2515DD8E-457F-444E-B859-56785AF2C5DA}" srcId="{66470C6B-B55E-49F3-8563-377532EC9CD2}" destId="{33DE20A2-E11E-490E-B929-9DC8401D9306}" srcOrd="2" destOrd="0" parTransId="{6DD21CCE-C3CD-420C-B9DD-738B5C18585E}" sibTransId="{34C57660-7AD6-4626-9843-D1431944A3BC}"/>
    <dgm:cxn modelId="{22D1759B-7020-4E12-ACD8-9D97ECAD604B}" srcId="{66470C6B-B55E-49F3-8563-377532EC9CD2}" destId="{0C354C54-EC58-4986-92F3-42756DD8072C}" srcOrd="3" destOrd="0" parTransId="{0AF3360D-2EE7-4E18-8E06-E65231786179}" sibTransId="{14B6AE67-D6BF-4E89-91A7-613426F34043}"/>
    <dgm:cxn modelId="{EB9BACA0-F564-4AE0-A25D-1BFEA6F1FE9E}" type="presOf" srcId="{4B7A507E-F394-44B7-8FB9-52453D9DB179}" destId="{274D39F2-3C49-4BEF-8C03-364997683BF0}" srcOrd="0" destOrd="0" presId="urn:microsoft.com/office/officeart/2005/8/layout/matrix1"/>
    <dgm:cxn modelId="{83DF98B3-6FF1-410C-B026-EF07AE3F8063}" type="presOf" srcId="{56F3D200-08D6-4FF6-B85C-3A7F164A8117}" destId="{68F89369-EF1B-4840-8668-6685EDF5CC53}" srcOrd="0" destOrd="0" presId="urn:microsoft.com/office/officeart/2005/8/layout/matrix1"/>
    <dgm:cxn modelId="{46C294B6-8C7A-4080-95EF-5EE63E437EA2}" srcId="{56F3D200-08D6-4FF6-B85C-3A7F164A8117}" destId="{7DEBB30C-B3CC-4946-BC91-BECC0101B274}" srcOrd="1" destOrd="0" parTransId="{89FFA807-F039-4A8B-A42D-07C9684965D9}" sibTransId="{AA4CB757-9A65-4061-9D5B-E9A90A829357}"/>
    <dgm:cxn modelId="{9ECDE8DA-65C6-4FA8-80E8-B3C4279D2D88}" srcId="{66470C6B-B55E-49F3-8563-377532EC9CD2}" destId="{E26B010A-7EAF-4974-B806-2C1CE5B33267}" srcOrd="1" destOrd="0" parTransId="{9E33FCED-5C4B-4F32-9319-80A749E6E300}" sibTransId="{84364D69-A907-42A5-944A-5D4187BA792F}"/>
    <dgm:cxn modelId="{E823F1DA-6970-40CB-87B5-B15A2776C7B7}" srcId="{56F3D200-08D6-4FF6-B85C-3A7F164A8117}" destId="{4B7A507E-F394-44B7-8FB9-52453D9DB179}" srcOrd="2" destOrd="0" parTransId="{EDAB8297-D432-4C14-80B8-625B00D51A74}" sibTransId="{FE1571DF-1D53-4C21-A03B-B1D53C49527F}"/>
    <dgm:cxn modelId="{E2D853E7-4F16-4FA4-8DA8-DB566FC06EB0}" type="presOf" srcId="{20ABCF01-4E8D-4F9A-882C-BF76533ABFF3}" destId="{05AD07D5-A78E-475C-BAC5-D8EA76A8FB2C}" srcOrd="0" destOrd="0" presId="urn:microsoft.com/office/officeart/2005/8/layout/matrix1"/>
    <dgm:cxn modelId="{64ECDBF5-86B4-4A75-B04D-205BC946D7B9}" type="presOf" srcId="{7DEBB30C-B3CC-4946-BC91-BECC0101B274}" destId="{9ADA68E4-4F86-47F8-902B-C09BBD8A6C00}" srcOrd="1" destOrd="0" presId="urn:microsoft.com/office/officeart/2005/8/layout/matrix1"/>
    <dgm:cxn modelId="{E60C21B0-8ED0-44C2-95B9-ADB4101FB963}" type="presParOf" srcId="{5A00BC4C-4FE5-45E0-A646-E3110F769730}" destId="{B1C00290-DE82-47AC-84D8-65ACBF67F665}" srcOrd="0" destOrd="0" presId="urn:microsoft.com/office/officeart/2005/8/layout/matrix1"/>
    <dgm:cxn modelId="{C5467546-F112-41BD-8C04-B48565B6CEE1}" type="presParOf" srcId="{B1C00290-DE82-47AC-84D8-65ACBF67F665}" destId="{05AD07D5-A78E-475C-BAC5-D8EA76A8FB2C}" srcOrd="0" destOrd="0" presId="urn:microsoft.com/office/officeart/2005/8/layout/matrix1"/>
    <dgm:cxn modelId="{71B06C5F-5C5F-47E0-B453-D5CFBD5AA2C5}" type="presParOf" srcId="{B1C00290-DE82-47AC-84D8-65ACBF67F665}" destId="{F6D3010D-3652-41FA-BDD5-A1F873650206}" srcOrd="1" destOrd="0" presId="urn:microsoft.com/office/officeart/2005/8/layout/matrix1"/>
    <dgm:cxn modelId="{822D4042-E862-4D42-9F62-18710EB3CF98}" type="presParOf" srcId="{B1C00290-DE82-47AC-84D8-65ACBF67F665}" destId="{CDC2010A-971E-41AD-8797-D675768365E8}" srcOrd="2" destOrd="0" presId="urn:microsoft.com/office/officeart/2005/8/layout/matrix1"/>
    <dgm:cxn modelId="{A39A1EDF-CA62-413B-8335-12F9EB8238F4}" type="presParOf" srcId="{B1C00290-DE82-47AC-84D8-65ACBF67F665}" destId="{9ADA68E4-4F86-47F8-902B-C09BBD8A6C00}" srcOrd="3" destOrd="0" presId="urn:microsoft.com/office/officeart/2005/8/layout/matrix1"/>
    <dgm:cxn modelId="{E29FCC15-A70F-4DA7-B9EF-41A5E28756A5}" type="presParOf" srcId="{B1C00290-DE82-47AC-84D8-65ACBF67F665}" destId="{274D39F2-3C49-4BEF-8C03-364997683BF0}" srcOrd="4" destOrd="0" presId="urn:microsoft.com/office/officeart/2005/8/layout/matrix1"/>
    <dgm:cxn modelId="{823215AC-1B8A-428E-B9CB-14C13A0469E4}" type="presParOf" srcId="{B1C00290-DE82-47AC-84D8-65ACBF67F665}" destId="{3F0DB116-5355-4EDB-9906-020BF34493A2}" srcOrd="5" destOrd="0" presId="urn:microsoft.com/office/officeart/2005/8/layout/matrix1"/>
    <dgm:cxn modelId="{B349108B-6B24-4767-8F39-0AE7070703FA}" type="presParOf" srcId="{B1C00290-DE82-47AC-84D8-65ACBF67F665}" destId="{0BBABBD3-79BE-4524-BA6B-33225576319B}" srcOrd="6" destOrd="0" presId="urn:microsoft.com/office/officeart/2005/8/layout/matrix1"/>
    <dgm:cxn modelId="{92DC9BA1-8BFB-43A9-9FE0-2CEABB90D523}" type="presParOf" srcId="{B1C00290-DE82-47AC-84D8-65ACBF67F665}" destId="{55D501DB-4DD2-4FAA-911D-2B0F896AAD0B}" srcOrd="7" destOrd="0" presId="urn:microsoft.com/office/officeart/2005/8/layout/matrix1"/>
    <dgm:cxn modelId="{F8E6375B-6C6B-4B4C-90DB-724219C89B97}" type="presParOf" srcId="{5A00BC4C-4FE5-45E0-A646-E3110F769730}" destId="{68F89369-EF1B-4840-8668-6685EDF5CC53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6470C6B-B55E-49F3-8563-377532EC9CD2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56F3D200-08D6-4FF6-B85C-3A7F164A8117}">
      <dgm:prSet phldrT="[Texto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pt-BR" dirty="0"/>
            <a:t>Oportunidades</a:t>
          </a:r>
          <a:endParaRPr lang="pt-PT" dirty="0"/>
        </a:p>
      </dgm:t>
    </dgm:pt>
    <dgm:pt modelId="{DD55B6F9-9928-4169-B9AD-B1245FA91463}" type="parTrans" cxnId="{EB8BC36A-0468-4529-B575-7CF21185C43B}">
      <dgm:prSet/>
      <dgm:spPr/>
      <dgm:t>
        <a:bodyPr/>
        <a:lstStyle/>
        <a:p>
          <a:endParaRPr lang="pt-PT"/>
        </a:p>
      </dgm:t>
    </dgm:pt>
    <dgm:pt modelId="{997391F0-CD04-47F0-9E6B-714BF7601E51}" type="sibTrans" cxnId="{EB8BC36A-0468-4529-B575-7CF21185C43B}">
      <dgm:prSet/>
      <dgm:spPr/>
      <dgm:t>
        <a:bodyPr/>
        <a:lstStyle/>
        <a:p>
          <a:endParaRPr lang="pt-PT"/>
        </a:p>
      </dgm:t>
    </dgm:pt>
    <dgm:pt modelId="{E26B010A-7EAF-4974-B806-2C1CE5B33267}">
      <dgm:prSet phldrT="[Texto]" phldr="0"/>
      <dgm:spPr>
        <a:solidFill>
          <a:schemeClr val="accent5">
            <a:lumMod val="50000"/>
          </a:schemeClr>
        </a:solidFill>
      </dgm:spPr>
      <dgm:t>
        <a:bodyPr/>
        <a:lstStyle/>
        <a:p>
          <a:endParaRPr lang="pt-PT"/>
        </a:p>
      </dgm:t>
    </dgm:pt>
    <dgm:pt modelId="{9E33FCED-5C4B-4F32-9319-80A749E6E300}" type="parTrans" cxnId="{9ECDE8DA-65C6-4FA8-80E8-B3C4279D2D88}">
      <dgm:prSet/>
      <dgm:spPr/>
      <dgm:t>
        <a:bodyPr/>
        <a:lstStyle/>
        <a:p>
          <a:endParaRPr lang="pt-PT"/>
        </a:p>
      </dgm:t>
    </dgm:pt>
    <dgm:pt modelId="{84364D69-A907-42A5-944A-5D4187BA792F}" type="sibTrans" cxnId="{9ECDE8DA-65C6-4FA8-80E8-B3C4279D2D88}">
      <dgm:prSet/>
      <dgm:spPr/>
      <dgm:t>
        <a:bodyPr/>
        <a:lstStyle/>
        <a:p>
          <a:endParaRPr lang="pt-PT"/>
        </a:p>
      </dgm:t>
    </dgm:pt>
    <dgm:pt modelId="{33DE20A2-E11E-490E-B929-9DC8401D9306}">
      <dgm:prSet phldrT="[Texto]" phldr="0"/>
      <dgm:spPr>
        <a:solidFill>
          <a:srgbClr val="0070C0"/>
        </a:solidFill>
      </dgm:spPr>
      <dgm:t>
        <a:bodyPr/>
        <a:lstStyle/>
        <a:p>
          <a:endParaRPr lang="pt-PT"/>
        </a:p>
      </dgm:t>
    </dgm:pt>
    <dgm:pt modelId="{6DD21CCE-C3CD-420C-B9DD-738B5C18585E}" type="parTrans" cxnId="{2515DD8E-457F-444E-B859-56785AF2C5DA}">
      <dgm:prSet/>
      <dgm:spPr/>
      <dgm:t>
        <a:bodyPr/>
        <a:lstStyle/>
        <a:p>
          <a:endParaRPr lang="pt-PT"/>
        </a:p>
      </dgm:t>
    </dgm:pt>
    <dgm:pt modelId="{34C57660-7AD6-4626-9843-D1431944A3BC}" type="sibTrans" cxnId="{2515DD8E-457F-444E-B859-56785AF2C5DA}">
      <dgm:prSet/>
      <dgm:spPr/>
      <dgm:t>
        <a:bodyPr/>
        <a:lstStyle/>
        <a:p>
          <a:endParaRPr lang="pt-PT"/>
        </a:p>
      </dgm:t>
    </dgm:pt>
    <dgm:pt modelId="{0C354C54-EC58-4986-92F3-42756DD8072C}">
      <dgm:prSet phldrT="[Texto]" phldr="0"/>
      <dgm:spPr>
        <a:solidFill>
          <a:schemeClr val="bg2"/>
        </a:solidFill>
      </dgm:spPr>
      <dgm:t>
        <a:bodyPr/>
        <a:lstStyle/>
        <a:p>
          <a:endParaRPr lang="pt-PT"/>
        </a:p>
      </dgm:t>
    </dgm:pt>
    <dgm:pt modelId="{0AF3360D-2EE7-4E18-8E06-E65231786179}" type="parTrans" cxnId="{22D1759B-7020-4E12-ACD8-9D97ECAD604B}">
      <dgm:prSet/>
      <dgm:spPr/>
      <dgm:t>
        <a:bodyPr/>
        <a:lstStyle/>
        <a:p>
          <a:endParaRPr lang="pt-PT"/>
        </a:p>
      </dgm:t>
    </dgm:pt>
    <dgm:pt modelId="{14B6AE67-D6BF-4E89-91A7-613426F34043}" type="sibTrans" cxnId="{22D1759B-7020-4E12-ACD8-9D97ECAD604B}">
      <dgm:prSet/>
      <dgm:spPr/>
      <dgm:t>
        <a:bodyPr/>
        <a:lstStyle/>
        <a:p>
          <a:endParaRPr lang="pt-PT"/>
        </a:p>
      </dgm:t>
    </dgm:pt>
    <dgm:pt modelId="{F5CEF11C-5ABC-42AA-85BF-887740BE91BA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endParaRPr lang="pt-PT"/>
        </a:p>
      </dgm:t>
    </dgm:pt>
    <dgm:pt modelId="{F29EF54A-EF44-4DC7-9087-48F36F724C9A}" type="parTrans" cxnId="{074F3060-2A6E-475F-9B54-E2940F54E76C}">
      <dgm:prSet/>
      <dgm:spPr/>
      <dgm:t>
        <a:bodyPr/>
        <a:lstStyle/>
        <a:p>
          <a:endParaRPr lang="pt-PT"/>
        </a:p>
      </dgm:t>
    </dgm:pt>
    <dgm:pt modelId="{690549CD-AFBE-4D63-A323-FAA87189D458}" type="sibTrans" cxnId="{074F3060-2A6E-475F-9B54-E2940F54E76C}">
      <dgm:prSet/>
      <dgm:spPr/>
      <dgm:t>
        <a:bodyPr/>
        <a:lstStyle/>
        <a:p>
          <a:endParaRPr lang="pt-PT"/>
        </a:p>
      </dgm:t>
    </dgm:pt>
    <dgm:pt modelId="{4B7A507E-F394-44B7-8FB9-52453D9DB179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endParaRPr lang="pt-PT"/>
        </a:p>
      </dgm:t>
    </dgm:pt>
    <dgm:pt modelId="{EDAB8297-D432-4C14-80B8-625B00D51A74}" type="parTrans" cxnId="{E823F1DA-6970-40CB-87B5-B15A2776C7B7}">
      <dgm:prSet/>
      <dgm:spPr/>
      <dgm:t>
        <a:bodyPr/>
        <a:lstStyle/>
        <a:p>
          <a:endParaRPr lang="pt-PT"/>
        </a:p>
      </dgm:t>
    </dgm:pt>
    <dgm:pt modelId="{FE1571DF-1D53-4C21-A03B-B1D53C49527F}" type="sibTrans" cxnId="{E823F1DA-6970-40CB-87B5-B15A2776C7B7}">
      <dgm:prSet/>
      <dgm:spPr/>
      <dgm:t>
        <a:bodyPr/>
        <a:lstStyle/>
        <a:p>
          <a:endParaRPr lang="pt-PT"/>
        </a:p>
      </dgm:t>
    </dgm:pt>
    <dgm:pt modelId="{20ABCF01-4E8D-4F9A-882C-BF76533ABFF3}">
      <dgm:prSet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pPr>
            <a:buNone/>
          </a:pPr>
          <a:r>
            <a:rPr lang="pt-BR" sz="3600" b="0" dirty="0">
              <a:solidFill>
                <a:schemeClr val="bg1"/>
              </a:solidFill>
            </a:rPr>
            <a:t>Demanda crescente por OER e nicho pouco explorado</a:t>
          </a:r>
          <a:endParaRPr lang="pt-PT" sz="3600" b="0" dirty="0">
            <a:solidFill>
              <a:schemeClr val="bg1"/>
            </a:solidFill>
            <a:latin typeface="+mn-lt"/>
          </a:endParaRPr>
        </a:p>
      </dgm:t>
    </dgm:pt>
    <dgm:pt modelId="{9ADC9B31-152A-4253-B07A-237E7EFEB7BD}" type="parTrans" cxnId="{23F63A39-8AC4-4771-AAE6-C82DBA282A29}">
      <dgm:prSet/>
      <dgm:spPr/>
      <dgm:t>
        <a:bodyPr/>
        <a:lstStyle/>
        <a:p>
          <a:endParaRPr lang="pt-PT"/>
        </a:p>
      </dgm:t>
    </dgm:pt>
    <dgm:pt modelId="{C48B0D9B-0468-4812-A00B-A79D105F6E53}" type="sibTrans" cxnId="{23F63A39-8AC4-4771-AAE6-C82DBA282A29}">
      <dgm:prSet/>
      <dgm:spPr/>
      <dgm:t>
        <a:bodyPr/>
        <a:lstStyle/>
        <a:p>
          <a:endParaRPr lang="pt-PT"/>
        </a:p>
      </dgm:t>
    </dgm:pt>
    <dgm:pt modelId="{7DEBB30C-B3CC-4946-BC91-BECC0101B274}">
      <dgm:prSet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pt-PT" sz="3600" b="0" dirty="0">
              <a:solidFill>
                <a:schemeClr val="bg1"/>
              </a:solidFill>
            </a:rPr>
            <a:t>Parcerias institucionais e Expansão internacional</a:t>
          </a:r>
          <a:endParaRPr lang="pt-PT" sz="3600" b="0" dirty="0">
            <a:solidFill>
              <a:schemeClr val="bg1"/>
            </a:solidFill>
            <a:latin typeface="+mn-lt"/>
          </a:endParaRPr>
        </a:p>
      </dgm:t>
    </dgm:pt>
    <dgm:pt modelId="{89FFA807-F039-4A8B-A42D-07C9684965D9}" type="parTrans" cxnId="{46C294B6-8C7A-4080-95EF-5EE63E437EA2}">
      <dgm:prSet/>
      <dgm:spPr/>
      <dgm:t>
        <a:bodyPr/>
        <a:lstStyle/>
        <a:p>
          <a:endParaRPr lang="pt-PT"/>
        </a:p>
      </dgm:t>
    </dgm:pt>
    <dgm:pt modelId="{AA4CB757-9A65-4061-9D5B-E9A90A829357}" type="sibTrans" cxnId="{46C294B6-8C7A-4080-95EF-5EE63E437EA2}">
      <dgm:prSet/>
      <dgm:spPr/>
      <dgm:t>
        <a:bodyPr/>
        <a:lstStyle/>
        <a:p>
          <a:endParaRPr lang="pt-PT"/>
        </a:p>
      </dgm:t>
    </dgm:pt>
    <dgm:pt modelId="{8306B2F7-DADB-4BF8-A342-AC4463A96A69}">
      <dgm:prSet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pPr>
            <a:buNone/>
          </a:pPr>
          <a:r>
            <a:rPr lang="pt-BR" sz="3600" b="0" dirty="0">
              <a:solidFill>
                <a:schemeClr val="bg1"/>
              </a:solidFill>
            </a:rPr>
            <a:t>Avanços em Edtech, como IA</a:t>
          </a:r>
          <a:endParaRPr lang="pt-PT" sz="3600" b="0" dirty="0">
            <a:solidFill>
              <a:schemeClr val="bg1"/>
            </a:solidFill>
          </a:endParaRPr>
        </a:p>
      </dgm:t>
    </dgm:pt>
    <dgm:pt modelId="{7654E1BC-4C44-45EE-9DC0-4CA02BCBD064}" type="parTrans" cxnId="{8CE18D15-428B-4B4C-A33C-A8D0605248E9}">
      <dgm:prSet/>
      <dgm:spPr/>
      <dgm:t>
        <a:bodyPr/>
        <a:lstStyle/>
        <a:p>
          <a:endParaRPr lang="pt-PT"/>
        </a:p>
      </dgm:t>
    </dgm:pt>
    <dgm:pt modelId="{40E1259E-1D70-4526-B42A-8BC9CE128B08}" type="sibTrans" cxnId="{8CE18D15-428B-4B4C-A33C-A8D0605248E9}">
      <dgm:prSet/>
      <dgm:spPr/>
      <dgm:t>
        <a:bodyPr/>
        <a:lstStyle/>
        <a:p>
          <a:endParaRPr lang="pt-PT"/>
        </a:p>
      </dgm:t>
    </dgm:pt>
    <dgm:pt modelId="{A833F7F2-2B4A-45A6-AEFC-E25F692C7094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pPr>
            <a:buNone/>
          </a:pPr>
          <a:r>
            <a:rPr lang="pt-BR" b="0" dirty="0">
              <a:solidFill>
                <a:schemeClr val="bg1"/>
              </a:solidFill>
            </a:rPr>
            <a:t>Promoção e marketing de guerrilha em eventos acadêmicos</a:t>
          </a:r>
          <a:br>
            <a:rPr lang="pt-BR" dirty="0"/>
          </a:br>
          <a:endParaRPr lang="pt-PT" dirty="0"/>
        </a:p>
      </dgm:t>
    </dgm:pt>
    <dgm:pt modelId="{E88917F7-AFC2-437A-BCEE-8A1429759758}" type="parTrans" cxnId="{9F22444C-CBE8-4ACC-8245-415C0DA38A31}">
      <dgm:prSet/>
      <dgm:spPr/>
      <dgm:t>
        <a:bodyPr/>
        <a:lstStyle/>
        <a:p>
          <a:endParaRPr lang="pt-PT"/>
        </a:p>
      </dgm:t>
    </dgm:pt>
    <dgm:pt modelId="{7B1F880F-701F-4CFB-A841-A67FCBD903ED}" type="sibTrans" cxnId="{9F22444C-CBE8-4ACC-8245-415C0DA38A31}">
      <dgm:prSet/>
      <dgm:spPr/>
      <dgm:t>
        <a:bodyPr/>
        <a:lstStyle/>
        <a:p>
          <a:endParaRPr lang="pt-PT"/>
        </a:p>
      </dgm:t>
    </dgm:pt>
    <dgm:pt modelId="{5A00BC4C-4FE5-45E0-A646-E3110F769730}" type="pres">
      <dgm:prSet presAssocID="{66470C6B-B55E-49F3-8563-377532EC9CD2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1C00290-DE82-47AC-84D8-65ACBF67F665}" type="pres">
      <dgm:prSet presAssocID="{66470C6B-B55E-49F3-8563-377532EC9CD2}" presName="matrix" presStyleCnt="0"/>
      <dgm:spPr/>
    </dgm:pt>
    <dgm:pt modelId="{05AD07D5-A78E-475C-BAC5-D8EA76A8FB2C}" type="pres">
      <dgm:prSet presAssocID="{66470C6B-B55E-49F3-8563-377532EC9CD2}" presName="tile1" presStyleLbl="node1" presStyleIdx="0" presStyleCnt="4"/>
      <dgm:spPr/>
    </dgm:pt>
    <dgm:pt modelId="{F6D3010D-3652-41FA-BDD5-A1F873650206}" type="pres">
      <dgm:prSet presAssocID="{66470C6B-B55E-49F3-8563-377532EC9CD2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DC2010A-971E-41AD-8797-D675768365E8}" type="pres">
      <dgm:prSet presAssocID="{66470C6B-B55E-49F3-8563-377532EC9CD2}" presName="tile2" presStyleLbl="node1" presStyleIdx="1" presStyleCnt="4"/>
      <dgm:spPr/>
    </dgm:pt>
    <dgm:pt modelId="{9ADA68E4-4F86-47F8-902B-C09BBD8A6C00}" type="pres">
      <dgm:prSet presAssocID="{66470C6B-B55E-49F3-8563-377532EC9CD2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74D39F2-3C49-4BEF-8C03-364997683BF0}" type="pres">
      <dgm:prSet presAssocID="{66470C6B-B55E-49F3-8563-377532EC9CD2}" presName="tile3" presStyleLbl="node1" presStyleIdx="2" presStyleCnt="4"/>
      <dgm:spPr/>
    </dgm:pt>
    <dgm:pt modelId="{3F0DB116-5355-4EDB-9906-020BF34493A2}" type="pres">
      <dgm:prSet presAssocID="{66470C6B-B55E-49F3-8563-377532EC9CD2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BBABBD3-79BE-4524-BA6B-33225576319B}" type="pres">
      <dgm:prSet presAssocID="{66470C6B-B55E-49F3-8563-377532EC9CD2}" presName="tile4" presStyleLbl="node1" presStyleIdx="3" presStyleCnt="4"/>
      <dgm:spPr/>
    </dgm:pt>
    <dgm:pt modelId="{55D501DB-4DD2-4FAA-911D-2B0F896AAD0B}" type="pres">
      <dgm:prSet presAssocID="{66470C6B-B55E-49F3-8563-377532EC9CD2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68F89369-EF1B-4840-8668-6685EDF5CC53}" type="pres">
      <dgm:prSet presAssocID="{66470C6B-B55E-49F3-8563-377532EC9CD2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9C8F4305-856E-4362-A54A-4C53F1FBC096}" type="presOf" srcId="{8306B2F7-DADB-4BF8-A342-AC4463A96A69}" destId="{3F0DB116-5355-4EDB-9906-020BF34493A2}" srcOrd="1" destOrd="0" presId="urn:microsoft.com/office/officeart/2005/8/layout/matrix1"/>
    <dgm:cxn modelId="{8CE18D15-428B-4B4C-A33C-A8D0605248E9}" srcId="{56F3D200-08D6-4FF6-B85C-3A7F164A8117}" destId="{8306B2F7-DADB-4BF8-A342-AC4463A96A69}" srcOrd="2" destOrd="0" parTransId="{7654E1BC-4C44-45EE-9DC0-4CA02BCBD064}" sibTransId="{40E1259E-1D70-4526-B42A-8BC9CE128B08}"/>
    <dgm:cxn modelId="{7A08E721-3FA4-4640-9312-60D27B4C3999}" type="presOf" srcId="{66470C6B-B55E-49F3-8563-377532EC9CD2}" destId="{5A00BC4C-4FE5-45E0-A646-E3110F769730}" srcOrd="0" destOrd="0" presId="urn:microsoft.com/office/officeart/2005/8/layout/matrix1"/>
    <dgm:cxn modelId="{23F63A39-8AC4-4771-AAE6-C82DBA282A29}" srcId="{56F3D200-08D6-4FF6-B85C-3A7F164A8117}" destId="{20ABCF01-4E8D-4F9A-882C-BF76533ABFF3}" srcOrd="0" destOrd="0" parTransId="{9ADC9B31-152A-4253-B07A-237E7EFEB7BD}" sibTransId="{C48B0D9B-0468-4812-A00B-A79D105F6E53}"/>
    <dgm:cxn modelId="{074F3060-2A6E-475F-9B54-E2940F54E76C}" srcId="{56F3D200-08D6-4FF6-B85C-3A7F164A8117}" destId="{F5CEF11C-5ABC-42AA-85BF-887740BE91BA}" srcOrd="5" destOrd="0" parTransId="{F29EF54A-EF44-4DC7-9087-48F36F724C9A}" sibTransId="{690549CD-AFBE-4D63-A323-FAA87189D458}"/>
    <dgm:cxn modelId="{5D616B69-CA2B-430A-B24F-55E8AC78990B}" type="presOf" srcId="{7DEBB30C-B3CC-4946-BC91-BECC0101B274}" destId="{CDC2010A-971E-41AD-8797-D675768365E8}" srcOrd="0" destOrd="0" presId="urn:microsoft.com/office/officeart/2005/8/layout/matrix1"/>
    <dgm:cxn modelId="{EB8BC36A-0468-4529-B575-7CF21185C43B}" srcId="{66470C6B-B55E-49F3-8563-377532EC9CD2}" destId="{56F3D200-08D6-4FF6-B85C-3A7F164A8117}" srcOrd="0" destOrd="0" parTransId="{DD55B6F9-9928-4169-B9AD-B1245FA91463}" sibTransId="{997391F0-CD04-47F0-9E6B-714BF7601E51}"/>
    <dgm:cxn modelId="{E965334C-03EB-47F9-BDF1-1943A49FFF09}" type="presOf" srcId="{8306B2F7-DADB-4BF8-A342-AC4463A96A69}" destId="{274D39F2-3C49-4BEF-8C03-364997683BF0}" srcOrd="0" destOrd="0" presId="urn:microsoft.com/office/officeart/2005/8/layout/matrix1"/>
    <dgm:cxn modelId="{9F22444C-CBE8-4ACC-8245-415C0DA38A31}" srcId="{56F3D200-08D6-4FF6-B85C-3A7F164A8117}" destId="{A833F7F2-2B4A-45A6-AEFC-E25F692C7094}" srcOrd="3" destOrd="0" parTransId="{E88917F7-AFC2-437A-BCEE-8A1429759758}" sibTransId="{7B1F880F-701F-4CFB-A841-A67FCBD903ED}"/>
    <dgm:cxn modelId="{8551D982-0B6B-402A-B0FD-0A955904A2CC}" type="presOf" srcId="{20ABCF01-4E8D-4F9A-882C-BF76533ABFF3}" destId="{F6D3010D-3652-41FA-BDD5-A1F873650206}" srcOrd="1" destOrd="0" presId="urn:microsoft.com/office/officeart/2005/8/layout/matrix1"/>
    <dgm:cxn modelId="{2515DD8E-457F-444E-B859-56785AF2C5DA}" srcId="{66470C6B-B55E-49F3-8563-377532EC9CD2}" destId="{33DE20A2-E11E-490E-B929-9DC8401D9306}" srcOrd="2" destOrd="0" parTransId="{6DD21CCE-C3CD-420C-B9DD-738B5C18585E}" sibTransId="{34C57660-7AD6-4626-9843-D1431944A3BC}"/>
    <dgm:cxn modelId="{07FF7B91-B3B0-4D15-974F-FF7CACE5908D}" type="presOf" srcId="{20ABCF01-4E8D-4F9A-882C-BF76533ABFF3}" destId="{05AD07D5-A78E-475C-BAC5-D8EA76A8FB2C}" srcOrd="0" destOrd="0" presId="urn:microsoft.com/office/officeart/2005/8/layout/matrix1"/>
    <dgm:cxn modelId="{02FCA893-D20E-47A7-B190-4BA2F34DD873}" type="presOf" srcId="{A833F7F2-2B4A-45A6-AEFC-E25F692C7094}" destId="{55D501DB-4DD2-4FAA-911D-2B0F896AAD0B}" srcOrd="1" destOrd="0" presId="urn:microsoft.com/office/officeart/2005/8/layout/matrix1"/>
    <dgm:cxn modelId="{22D1759B-7020-4E12-ACD8-9D97ECAD604B}" srcId="{66470C6B-B55E-49F3-8563-377532EC9CD2}" destId="{0C354C54-EC58-4986-92F3-42756DD8072C}" srcOrd="3" destOrd="0" parTransId="{0AF3360D-2EE7-4E18-8E06-E65231786179}" sibTransId="{14B6AE67-D6BF-4E89-91A7-613426F34043}"/>
    <dgm:cxn modelId="{43D362A3-508C-480F-BDBA-E0AE1F83435F}" type="presOf" srcId="{7DEBB30C-B3CC-4946-BC91-BECC0101B274}" destId="{9ADA68E4-4F86-47F8-902B-C09BBD8A6C00}" srcOrd="1" destOrd="0" presId="urn:microsoft.com/office/officeart/2005/8/layout/matrix1"/>
    <dgm:cxn modelId="{46C294B6-8C7A-4080-95EF-5EE63E437EA2}" srcId="{56F3D200-08D6-4FF6-B85C-3A7F164A8117}" destId="{7DEBB30C-B3CC-4946-BC91-BECC0101B274}" srcOrd="1" destOrd="0" parTransId="{89FFA807-F039-4A8B-A42D-07C9684965D9}" sibTransId="{AA4CB757-9A65-4061-9D5B-E9A90A829357}"/>
    <dgm:cxn modelId="{A71C33CA-1F4A-4D89-928C-F09E1BEE53F9}" type="presOf" srcId="{56F3D200-08D6-4FF6-B85C-3A7F164A8117}" destId="{68F89369-EF1B-4840-8668-6685EDF5CC53}" srcOrd="0" destOrd="0" presId="urn:microsoft.com/office/officeart/2005/8/layout/matrix1"/>
    <dgm:cxn modelId="{9ECDE8DA-65C6-4FA8-80E8-B3C4279D2D88}" srcId="{66470C6B-B55E-49F3-8563-377532EC9CD2}" destId="{E26B010A-7EAF-4974-B806-2C1CE5B33267}" srcOrd="1" destOrd="0" parTransId="{9E33FCED-5C4B-4F32-9319-80A749E6E300}" sibTransId="{84364D69-A907-42A5-944A-5D4187BA792F}"/>
    <dgm:cxn modelId="{E823F1DA-6970-40CB-87B5-B15A2776C7B7}" srcId="{56F3D200-08D6-4FF6-B85C-3A7F164A8117}" destId="{4B7A507E-F394-44B7-8FB9-52453D9DB179}" srcOrd="4" destOrd="0" parTransId="{EDAB8297-D432-4C14-80B8-625B00D51A74}" sibTransId="{FE1571DF-1D53-4C21-A03B-B1D53C49527F}"/>
    <dgm:cxn modelId="{714A22E0-9443-413C-A541-39D311D869C1}" type="presOf" srcId="{A833F7F2-2B4A-45A6-AEFC-E25F692C7094}" destId="{0BBABBD3-79BE-4524-BA6B-33225576319B}" srcOrd="0" destOrd="0" presId="urn:microsoft.com/office/officeart/2005/8/layout/matrix1"/>
    <dgm:cxn modelId="{3B5A41FA-50E9-46FF-B48C-402B24B85B22}" type="presParOf" srcId="{5A00BC4C-4FE5-45E0-A646-E3110F769730}" destId="{B1C00290-DE82-47AC-84D8-65ACBF67F665}" srcOrd="0" destOrd="0" presId="urn:microsoft.com/office/officeart/2005/8/layout/matrix1"/>
    <dgm:cxn modelId="{6C5154D6-ED51-4C3B-913E-83FE6A6F7762}" type="presParOf" srcId="{B1C00290-DE82-47AC-84D8-65ACBF67F665}" destId="{05AD07D5-A78E-475C-BAC5-D8EA76A8FB2C}" srcOrd="0" destOrd="0" presId="urn:microsoft.com/office/officeart/2005/8/layout/matrix1"/>
    <dgm:cxn modelId="{B7BEBDDE-C678-4161-B0F3-002983DEC474}" type="presParOf" srcId="{B1C00290-DE82-47AC-84D8-65ACBF67F665}" destId="{F6D3010D-3652-41FA-BDD5-A1F873650206}" srcOrd="1" destOrd="0" presId="urn:microsoft.com/office/officeart/2005/8/layout/matrix1"/>
    <dgm:cxn modelId="{2C64FBE0-92D4-41B8-9215-5E520B6C62DA}" type="presParOf" srcId="{B1C00290-DE82-47AC-84D8-65ACBF67F665}" destId="{CDC2010A-971E-41AD-8797-D675768365E8}" srcOrd="2" destOrd="0" presId="urn:microsoft.com/office/officeart/2005/8/layout/matrix1"/>
    <dgm:cxn modelId="{8B0B2CA5-C012-469E-B907-BE7C71ABB7AF}" type="presParOf" srcId="{B1C00290-DE82-47AC-84D8-65ACBF67F665}" destId="{9ADA68E4-4F86-47F8-902B-C09BBD8A6C00}" srcOrd="3" destOrd="0" presId="urn:microsoft.com/office/officeart/2005/8/layout/matrix1"/>
    <dgm:cxn modelId="{3354B259-46A0-4EAA-A9E5-CAEE468A166D}" type="presParOf" srcId="{B1C00290-DE82-47AC-84D8-65ACBF67F665}" destId="{274D39F2-3C49-4BEF-8C03-364997683BF0}" srcOrd="4" destOrd="0" presId="urn:microsoft.com/office/officeart/2005/8/layout/matrix1"/>
    <dgm:cxn modelId="{6058E613-4500-4899-921E-047E8496482A}" type="presParOf" srcId="{B1C00290-DE82-47AC-84D8-65ACBF67F665}" destId="{3F0DB116-5355-4EDB-9906-020BF34493A2}" srcOrd="5" destOrd="0" presId="urn:microsoft.com/office/officeart/2005/8/layout/matrix1"/>
    <dgm:cxn modelId="{67761602-3BDF-453F-AC92-C26B9CDACD54}" type="presParOf" srcId="{B1C00290-DE82-47AC-84D8-65ACBF67F665}" destId="{0BBABBD3-79BE-4524-BA6B-33225576319B}" srcOrd="6" destOrd="0" presId="urn:microsoft.com/office/officeart/2005/8/layout/matrix1"/>
    <dgm:cxn modelId="{A5AF592D-FA98-49A8-A57E-441C6739F7CD}" type="presParOf" srcId="{B1C00290-DE82-47AC-84D8-65ACBF67F665}" destId="{55D501DB-4DD2-4FAA-911D-2B0F896AAD0B}" srcOrd="7" destOrd="0" presId="urn:microsoft.com/office/officeart/2005/8/layout/matrix1"/>
    <dgm:cxn modelId="{9DF8F455-AB74-42C5-87FC-2F3330A37AE1}" type="presParOf" srcId="{5A00BC4C-4FE5-45E0-A646-E3110F769730}" destId="{68F89369-EF1B-4840-8668-6685EDF5CC53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6470C6B-B55E-49F3-8563-377532EC9CD2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56F3D200-08D6-4FF6-B85C-3A7F164A8117}">
      <dgm:prSet phldrT="[Texto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pt-BR" dirty="0"/>
            <a:t>Ameaças</a:t>
          </a:r>
          <a:endParaRPr lang="pt-PT" dirty="0"/>
        </a:p>
      </dgm:t>
    </dgm:pt>
    <dgm:pt modelId="{DD55B6F9-9928-4169-B9AD-B1245FA91463}" type="parTrans" cxnId="{EB8BC36A-0468-4529-B575-7CF21185C43B}">
      <dgm:prSet/>
      <dgm:spPr/>
      <dgm:t>
        <a:bodyPr/>
        <a:lstStyle/>
        <a:p>
          <a:endParaRPr lang="pt-PT"/>
        </a:p>
      </dgm:t>
    </dgm:pt>
    <dgm:pt modelId="{997391F0-CD04-47F0-9E6B-714BF7601E51}" type="sibTrans" cxnId="{EB8BC36A-0468-4529-B575-7CF21185C43B}">
      <dgm:prSet/>
      <dgm:spPr/>
      <dgm:t>
        <a:bodyPr/>
        <a:lstStyle/>
        <a:p>
          <a:endParaRPr lang="pt-PT"/>
        </a:p>
      </dgm:t>
    </dgm:pt>
    <dgm:pt modelId="{E26B010A-7EAF-4974-B806-2C1CE5B33267}">
      <dgm:prSet phldrT="[Texto]" phldr="0"/>
      <dgm:spPr>
        <a:solidFill>
          <a:schemeClr val="accent5">
            <a:lumMod val="50000"/>
          </a:schemeClr>
        </a:solidFill>
      </dgm:spPr>
    </dgm:pt>
    <dgm:pt modelId="{9E33FCED-5C4B-4F32-9319-80A749E6E300}" type="parTrans" cxnId="{9ECDE8DA-65C6-4FA8-80E8-B3C4279D2D88}">
      <dgm:prSet/>
      <dgm:spPr/>
      <dgm:t>
        <a:bodyPr/>
        <a:lstStyle/>
        <a:p>
          <a:endParaRPr lang="pt-PT"/>
        </a:p>
      </dgm:t>
    </dgm:pt>
    <dgm:pt modelId="{84364D69-A907-42A5-944A-5D4187BA792F}" type="sibTrans" cxnId="{9ECDE8DA-65C6-4FA8-80E8-B3C4279D2D88}">
      <dgm:prSet/>
      <dgm:spPr/>
      <dgm:t>
        <a:bodyPr/>
        <a:lstStyle/>
        <a:p>
          <a:endParaRPr lang="pt-PT"/>
        </a:p>
      </dgm:t>
    </dgm:pt>
    <dgm:pt modelId="{33DE20A2-E11E-490E-B929-9DC8401D9306}">
      <dgm:prSet phldrT="[Texto]" phldr="0"/>
      <dgm:spPr>
        <a:solidFill>
          <a:srgbClr val="0070C0"/>
        </a:solidFill>
      </dgm:spPr>
    </dgm:pt>
    <dgm:pt modelId="{6DD21CCE-C3CD-420C-B9DD-738B5C18585E}" type="parTrans" cxnId="{2515DD8E-457F-444E-B859-56785AF2C5DA}">
      <dgm:prSet/>
      <dgm:spPr/>
      <dgm:t>
        <a:bodyPr/>
        <a:lstStyle/>
        <a:p>
          <a:endParaRPr lang="pt-PT"/>
        </a:p>
      </dgm:t>
    </dgm:pt>
    <dgm:pt modelId="{34C57660-7AD6-4626-9843-D1431944A3BC}" type="sibTrans" cxnId="{2515DD8E-457F-444E-B859-56785AF2C5DA}">
      <dgm:prSet/>
      <dgm:spPr/>
      <dgm:t>
        <a:bodyPr/>
        <a:lstStyle/>
        <a:p>
          <a:endParaRPr lang="pt-PT"/>
        </a:p>
      </dgm:t>
    </dgm:pt>
    <dgm:pt modelId="{0C354C54-EC58-4986-92F3-42756DD8072C}">
      <dgm:prSet phldrT="[Texto]" phldr="0"/>
      <dgm:spPr>
        <a:solidFill>
          <a:schemeClr val="bg2"/>
        </a:solidFill>
      </dgm:spPr>
    </dgm:pt>
    <dgm:pt modelId="{0AF3360D-2EE7-4E18-8E06-E65231786179}" type="parTrans" cxnId="{22D1759B-7020-4E12-ACD8-9D97ECAD604B}">
      <dgm:prSet/>
      <dgm:spPr/>
      <dgm:t>
        <a:bodyPr/>
        <a:lstStyle/>
        <a:p>
          <a:endParaRPr lang="pt-PT"/>
        </a:p>
      </dgm:t>
    </dgm:pt>
    <dgm:pt modelId="{14B6AE67-D6BF-4E89-91A7-613426F34043}" type="sibTrans" cxnId="{22D1759B-7020-4E12-ACD8-9D97ECAD604B}">
      <dgm:prSet/>
      <dgm:spPr/>
      <dgm:t>
        <a:bodyPr/>
        <a:lstStyle/>
        <a:p>
          <a:endParaRPr lang="pt-PT"/>
        </a:p>
      </dgm:t>
    </dgm:pt>
    <dgm:pt modelId="{F5CEF11C-5ABC-42AA-85BF-887740BE91BA}">
      <dgm:prSet/>
      <dgm:spPr>
        <a:solidFill>
          <a:schemeClr val="tx2">
            <a:lumMod val="40000"/>
            <a:lumOff val="60000"/>
          </a:schemeClr>
        </a:solidFill>
      </dgm:spPr>
    </dgm:pt>
    <dgm:pt modelId="{F29EF54A-EF44-4DC7-9087-48F36F724C9A}" type="parTrans" cxnId="{074F3060-2A6E-475F-9B54-E2940F54E76C}">
      <dgm:prSet/>
      <dgm:spPr/>
      <dgm:t>
        <a:bodyPr/>
        <a:lstStyle/>
        <a:p>
          <a:endParaRPr lang="pt-PT"/>
        </a:p>
      </dgm:t>
    </dgm:pt>
    <dgm:pt modelId="{690549CD-AFBE-4D63-A323-FAA87189D458}" type="sibTrans" cxnId="{074F3060-2A6E-475F-9B54-E2940F54E76C}">
      <dgm:prSet/>
      <dgm:spPr/>
      <dgm:t>
        <a:bodyPr/>
        <a:lstStyle/>
        <a:p>
          <a:endParaRPr lang="pt-PT"/>
        </a:p>
      </dgm:t>
    </dgm:pt>
    <dgm:pt modelId="{4B7A507E-F394-44B7-8FB9-52453D9DB179}">
      <dgm:prSet/>
      <dgm:spPr>
        <a:solidFill>
          <a:schemeClr val="tx2">
            <a:lumMod val="40000"/>
            <a:lumOff val="60000"/>
          </a:schemeClr>
        </a:solidFill>
      </dgm:spPr>
    </dgm:pt>
    <dgm:pt modelId="{EDAB8297-D432-4C14-80B8-625B00D51A74}" type="parTrans" cxnId="{E823F1DA-6970-40CB-87B5-B15A2776C7B7}">
      <dgm:prSet/>
      <dgm:spPr/>
      <dgm:t>
        <a:bodyPr/>
        <a:lstStyle/>
        <a:p>
          <a:endParaRPr lang="pt-PT"/>
        </a:p>
      </dgm:t>
    </dgm:pt>
    <dgm:pt modelId="{FE1571DF-1D53-4C21-A03B-B1D53C49527F}" type="sibTrans" cxnId="{E823F1DA-6970-40CB-87B5-B15A2776C7B7}">
      <dgm:prSet/>
      <dgm:spPr/>
      <dgm:t>
        <a:bodyPr/>
        <a:lstStyle/>
        <a:p>
          <a:endParaRPr lang="pt-PT"/>
        </a:p>
      </dgm:t>
    </dgm:pt>
    <dgm:pt modelId="{20ABCF01-4E8D-4F9A-882C-BF76533ABFF3}">
      <dgm:prSet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pPr>
            <a:buNone/>
          </a:pPr>
          <a:r>
            <a:rPr lang="pt-BR" sz="3600" b="0" dirty="0">
              <a:solidFill>
                <a:schemeClr val="bg1"/>
              </a:solidFill>
            </a:rPr>
            <a:t>Concorrência de grandes plataformas institucionais</a:t>
          </a:r>
          <a:endParaRPr lang="pt-PT" sz="3600" b="0" dirty="0">
            <a:solidFill>
              <a:schemeClr val="bg1"/>
            </a:solidFill>
            <a:latin typeface="+mn-lt"/>
          </a:endParaRPr>
        </a:p>
      </dgm:t>
    </dgm:pt>
    <dgm:pt modelId="{9ADC9B31-152A-4253-B07A-237E7EFEB7BD}" type="parTrans" cxnId="{23F63A39-8AC4-4771-AAE6-C82DBA282A29}">
      <dgm:prSet/>
      <dgm:spPr/>
      <dgm:t>
        <a:bodyPr/>
        <a:lstStyle/>
        <a:p>
          <a:endParaRPr lang="pt-PT"/>
        </a:p>
      </dgm:t>
    </dgm:pt>
    <dgm:pt modelId="{C48B0D9B-0468-4812-A00B-A79D105F6E53}" type="sibTrans" cxnId="{23F63A39-8AC4-4771-AAE6-C82DBA282A29}">
      <dgm:prSet/>
      <dgm:spPr/>
      <dgm:t>
        <a:bodyPr/>
        <a:lstStyle/>
        <a:p>
          <a:endParaRPr lang="pt-PT"/>
        </a:p>
      </dgm:t>
    </dgm:pt>
    <dgm:pt modelId="{7DEBB30C-B3CC-4946-BC91-BECC0101B274}">
      <dgm:prSet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pt-BR" sz="3600" b="0" dirty="0">
              <a:solidFill>
                <a:schemeClr val="bg1"/>
              </a:solidFill>
            </a:rPr>
            <a:t>Risco de duplicação por outras startup ’s e organizações</a:t>
          </a:r>
          <a:endParaRPr lang="pt-PT" sz="3600" b="0" dirty="0">
            <a:solidFill>
              <a:schemeClr val="bg1"/>
            </a:solidFill>
            <a:latin typeface="+mn-lt"/>
          </a:endParaRPr>
        </a:p>
      </dgm:t>
    </dgm:pt>
    <dgm:pt modelId="{89FFA807-F039-4A8B-A42D-07C9684965D9}" type="parTrans" cxnId="{46C294B6-8C7A-4080-95EF-5EE63E437EA2}">
      <dgm:prSet/>
      <dgm:spPr/>
      <dgm:t>
        <a:bodyPr/>
        <a:lstStyle/>
        <a:p>
          <a:endParaRPr lang="pt-PT"/>
        </a:p>
      </dgm:t>
    </dgm:pt>
    <dgm:pt modelId="{AA4CB757-9A65-4061-9D5B-E9A90A829357}" type="sibTrans" cxnId="{46C294B6-8C7A-4080-95EF-5EE63E437EA2}">
      <dgm:prSet/>
      <dgm:spPr/>
      <dgm:t>
        <a:bodyPr/>
        <a:lstStyle/>
        <a:p>
          <a:endParaRPr lang="pt-PT"/>
        </a:p>
      </dgm:t>
    </dgm:pt>
    <dgm:pt modelId="{8306B2F7-DADB-4BF8-A342-AC4463A96A69}">
      <dgm:prSet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pPr>
            <a:buNone/>
          </a:pPr>
          <a:r>
            <a:rPr lang="pt-BR" sz="3600" b="0" dirty="0">
              <a:solidFill>
                <a:schemeClr val="bg1"/>
              </a:solidFill>
            </a:rPr>
            <a:t>OER dependente dos repositórios originários</a:t>
          </a:r>
          <a:endParaRPr lang="pt-PT" sz="3600" b="0" dirty="0">
            <a:solidFill>
              <a:schemeClr val="bg1"/>
            </a:solidFill>
          </a:endParaRPr>
        </a:p>
      </dgm:t>
    </dgm:pt>
    <dgm:pt modelId="{7654E1BC-4C44-45EE-9DC0-4CA02BCBD064}" type="parTrans" cxnId="{8CE18D15-428B-4B4C-A33C-A8D0605248E9}">
      <dgm:prSet/>
      <dgm:spPr/>
      <dgm:t>
        <a:bodyPr/>
        <a:lstStyle/>
        <a:p>
          <a:endParaRPr lang="pt-PT"/>
        </a:p>
      </dgm:t>
    </dgm:pt>
    <dgm:pt modelId="{40E1259E-1D70-4526-B42A-8BC9CE128B08}" type="sibTrans" cxnId="{8CE18D15-428B-4B4C-A33C-A8D0605248E9}">
      <dgm:prSet/>
      <dgm:spPr/>
      <dgm:t>
        <a:bodyPr/>
        <a:lstStyle/>
        <a:p>
          <a:endParaRPr lang="pt-PT"/>
        </a:p>
      </dgm:t>
    </dgm:pt>
    <dgm:pt modelId="{A833F7F2-2B4A-45A6-AEFC-E25F692C7094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pPr>
            <a:buNone/>
          </a:pPr>
          <a:r>
            <a:rPr lang="pt-BR" b="0" dirty="0">
              <a:solidFill>
                <a:schemeClr val="bg1"/>
              </a:solidFill>
            </a:rPr>
            <a:t>Sustentabilidade financeira na ausência de monetização ou apoio financeiro</a:t>
          </a:r>
          <a:br>
            <a:rPr lang="pt-BR" b="0" dirty="0">
              <a:solidFill>
                <a:schemeClr val="bg1"/>
              </a:solidFill>
            </a:rPr>
          </a:br>
          <a:endParaRPr lang="pt-PT" b="0" dirty="0">
            <a:solidFill>
              <a:schemeClr val="bg1"/>
            </a:solidFill>
          </a:endParaRPr>
        </a:p>
      </dgm:t>
    </dgm:pt>
    <dgm:pt modelId="{E88917F7-AFC2-437A-BCEE-8A1429759758}" type="parTrans" cxnId="{9F22444C-CBE8-4ACC-8245-415C0DA38A31}">
      <dgm:prSet/>
      <dgm:spPr/>
      <dgm:t>
        <a:bodyPr/>
        <a:lstStyle/>
        <a:p>
          <a:endParaRPr lang="pt-PT"/>
        </a:p>
      </dgm:t>
    </dgm:pt>
    <dgm:pt modelId="{7B1F880F-701F-4CFB-A841-A67FCBD903ED}" type="sibTrans" cxnId="{9F22444C-CBE8-4ACC-8245-415C0DA38A31}">
      <dgm:prSet/>
      <dgm:spPr/>
      <dgm:t>
        <a:bodyPr/>
        <a:lstStyle/>
        <a:p>
          <a:endParaRPr lang="pt-PT"/>
        </a:p>
      </dgm:t>
    </dgm:pt>
    <dgm:pt modelId="{5A00BC4C-4FE5-45E0-A646-E3110F769730}" type="pres">
      <dgm:prSet presAssocID="{66470C6B-B55E-49F3-8563-377532EC9CD2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1C00290-DE82-47AC-84D8-65ACBF67F665}" type="pres">
      <dgm:prSet presAssocID="{66470C6B-B55E-49F3-8563-377532EC9CD2}" presName="matrix" presStyleCnt="0"/>
      <dgm:spPr/>
    </dgm:pt>
    <dgm:pt modelId="{05AD07D5-A78E-475C-BAC5-D8EA76A8FB2C}" type="pres">
      <dgm:prSet presAssocID="{66470C6B-B55E-49F3-8563-377532EC9CD2}" presName="tile1" presStyleLbl="node1" presStyleIdx="0" presStyleCnt="4"/>
      <dgm:spPr/>
    </dgm:pt>
    <dgm:pt modelId="{F6D3010D-3652-41FA-BDD5-A1F873650206}" type="pres">
      <dgm:prSet presAssocID="{66470C6B-B55E-49F3-8563-377532EC9CD2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DC2010A-971E-41AD-8797-D675768365E8}" type="pres">
      <dgm:prSet presAssocID="{66470C6B-B55E-49F3-8563-377532EC9CD2}" presName="tile2" presStyleLbl="node1" presStyleIdx="1" presStyleCnt="4"/>
      <dgm:spPr/>
    </dgm:pt>
    <dgm:pt modelId="{9ADA68E4-4F86-47F8-902B-C09BBD8A6C00}" type="pres">
      <dgm:prSet presAssocID="{66470C6B-B55E-49F3-8563-377532EC9CD2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74D39F2-3C49-4BEF-8C03-364997683BF0}" type="pres">
      <dgm:prSet presAssocID="{66470C6B-B55E-49F3-8563-377532EC9CD2}" presName="tile3" presStyleLbl="node1" presStyleIdx="2" presStyleCnt="4"/>
      <dgm:spPr/>
    </dgm:pt>
    <dgm:pt modelId="{3F0DB116-5355-4EDB-9906-020BF34493A2}" type="pres">
      <dgm:prSet presAssocID="{66470C6B-B55E-49F3-8563-377532EC9CD2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BBABBD3-79BE-4524-BA6B-33225576319B}" type="pres">
      <dgm:prSet presAssocID="{66470C6B-B55E-49F3-8563-377532EC9CD2}" presName="tile4" presStyleLbl="node1" presStyleIdx="3" presStyleCnt="4"/>
      <dgm:spPr/>
    </dgm:pt>
    <dgm:pt modelId="{55D501DB-4DD2-4FAA-911D-2B0F896AAD0B}" type="pres">
      <dgm:prSet presAssocID="{66470C6B-B55E-49F3-8563-377532EC9CD2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68F89369-EF1B-4840-8668-6685EDF5CC53}" type="pres">
      <dgm:prSet presAssocID="{66470C6B-B55E-49F3-8563-377532EC9CD2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9C8F4305-856E-4362-A54A-4C53F1FBC096}" type="presOf" srcId="{8306B2F7-DADB-4BF8-A342-AC4463A96A69}" destId="{3F0DB116-5355-4EDB-9906-020BF34493A2}" srcOrd="1" destOrd="0" presId="urn:microsoft.com/office/officeart/2005/8/layout/matrix1"/>
    <dgm:cxn modelId="{8CE18D15-428B-4B4C-A33C-A8D0605248E9}" srcId="{56F3D200-08D6-4FF6-B85C-3A7F164A8117}" destId="{8306B2F7-DADB-4BF8-A342-AC4463A96A69}" srcOrd="2" destOrd="0" parTransId="{7654E1BC-4C44-45EE-9DC0-4CA02BCBD064}" sibTransId="{40E1259E-1D70-4526-B42A-8BC9CE128B08}"/>
    <dgm:cxn modelId="{7A08E721-3FA4-4640-9312-60D27B4C3999}" type="presOf" srcId="{66470C6B-B55E-49F3-8563-377532EC9CD2}" destId="{5A00BC4C-4FE5-45E0-A646-E3110F769730}" srcOrd="0" destOrd="0" presId="urn:microsoft.com/office/officeart/2005/8/layout/matrix1"/>
    <dgm:cxn modelId="{23F63A39-8AC4-4771-AAE6-C82DBA282A29}" srcId="{56F3D200-08D6-4FF6-B85C-3A7F164A8117}" destId="{20ABCF01-4E8D-4F9A-882C-BF76533ABFF3}" srcOrd="0" destOrd="0" parTransId="{9ADC9B31-152A-4253-B07A-237E7EFEB7BD}" sibTransId="{C48B0D9B-0468-4812-A00B-A79D105F6E53}"/>
    <dgm:cxn modelId="{074F3060-2A6E-475F-9B54-E2940F54E76C}" srcId="{56F3D200-08D6-4FF6-B85C-3A7F164A8117}" destId="{F5CEF11C-5ABC-42AA-85BF-887740BE91BA}" srcOrd="5" destOrd="0" parTransId="{F29EF54A-EF44-4DC7-9087-48F36F724C9A}" sibTransId="{690549CD-AFBE-4D63-A323-FAA87189D458}"/>
    <dgm:cxn modelId="{5D616B69-CA2B-430A-B24F-55E8AC78990B}" type="presOf" srcId="{7DEBB30C-B3CC-4946-BC91-BECC0101B274}" destId="{CDC2010A-971E-41AD-8797-D675768365E8}" srcOrd="0" destOrd="0" presId="urn:microsoft.com/office/officeart/2005/8/layout/matrix1"/>
    <dgm:cxn modelId="{EB8BC36A-0468-4529-B575-7CF21185C43B}" srcId="{66470C6B-B55E-49F3-8563-377532EC9CD2}" destId="{56F3D200-08D6-4FF6-B85C-3A7F164A8117}" srcOrd="0" destOrd="0" parTransId="{DD55B6F9-9928-4169-B9AD-B1245FA91463}" sibTransId="{997391F0-CD04-47F0-9E6B-714BF7601E51}"/>
    <dgm:cxn modelId="{E965334C-03EB-47F9-BDF1-1943A49FFF09}" type="presOf" srcId="{8306B2F7-DADB-4BF8-A342-AC4463A96A69}" destId="{274D39F2-3C49-4BEF-8C03-364997683BF0}" srcOrd="0" destOrd="0" presId="urn:microsoft.com/office/officeart/2005/8/layout/matrix1"/>
    <dgm:cxn modelId="{9F22444C-CBE8-4ACC-8245-415C0DA38A31}" srcId="{56F3D200-08D6-4FF6-B85C-3A7F164A8117}" destId="{A833F7F2-2B4A-45A6-AEFC-E25F692C7094}" srcOrd="3" destOrd="0" parTransId="{E88917F7-AFC2-437A-BCEE-8A1429759758}" sibTransId="{7B1F880F-701F-4CFB-A841-A67FCBD903ED}"/>
    <dgm:cxn modelId="{8551D982-0B6B-402A-B0FD-0A955904A2CC}" type="presOf" srcId="{20ABCF01-4E8D-4F9A-882C-BF76533ABFF3}" destId="{F6D3010D-3652-41FA-BDD5-A1F873650206}" srcOrd="1" destOrd="0" presId="urn:microsoft.com/office/officeart/2005/8/layout/matrix1"/>
    <dgm:cxn modelId="{2515DD8E-457F-444E-B859-56785AF2C5DA}" srcId="{66470C6B-B55E-49F3-8563-377532EC9CD2}" destId="{33DE20A2-E11E-490E-B929-9DC8401D9306}" srcOrd="2" destOrd="0" parTransId="{6DD21CCE-C3CD-420C-B9DD-738B5C18585E}" sibTransId="{34C57660-7AD6-4626-9843-D1431944A3BC}"/>
    <dgm:cxn modelId="{07FF7B91-B3B0-4D15-974F-FF7CACE5908D}" type="presOf" srcId="{20ABCF01-4E8D-4F9A-882C-BF76533ABFF3}" destId="{05AD07D5-A78E-475C-BAC5-D8EA76A8FB2C}" srcOrd="0" destOrd="0" presId="urn:microsoft.com/office/officeart/2005/8/layout/matrix1"/>
    <dgm:cxn modelId="{02FCA893-D20E-47A7-B190-4BA2F34DD873}" type="presOf" srcId="{A833F7F2-2B4A-45A6-AEFC-E25F692C7094}" destId="{55D501DB-4DD2-4FAA-911D-2B0F896AAD0B}" srcOrd="1" destOrd="0" presId="urn:microsoft.com/office/officeart/2005/8/layout/matrix1"/>
    <dgm:cxn modelId="{22D1759B-7020-4E12-ACD8-9D97ECAD604B}" srcId="{66470C6B-B55E-49F3-8563-377532EC9CD2}" destId="{0C354C54-EC58-4986-92F3-42756DD8072C}" srcOrd="3" destOrd="0" parTransId="{0AF3360D-2EE7-4E18-8E06-E65231786179}" sibTransId="{14B6AE67-D6BF-4E89-91A7-613426F34043}"/>
    <dgm:cxn modelId="{43D362A3-508C-480F-BDBA-E0AE1F83435F}" type="presOf" srcId="{7DEBB30C-B3CC-4946-BC91-BECC0101B274}" destId="{9ADA68E4-4F86-47F8-902B-C09BBD8A6C00}" srcOrd="1" destOrd="0" presId="urn:microsoft.com/office/officeart/2005/8/layout/matrix1"/>
    <dgm:cxn modelId="{46C294B6-8C7A-4080-95EF-5EE63E437EA2}" srcId="{56F3D200-08D6-4FF6-B85C-3A7F164A8117}" destId="{7DEBB30C-B3CC-4946-BC91-BECC0101B274}" srcOrd="1" destOrd="0" parTransId="{89FFA807-F039-4A8B-A42D-07C9684965D9}" sibTransId="{AA4CB757-9A65-4061-9D5B-E9A90A829357}"/>
    <dgm:cxn modelId="{A71C33CA-1F4A-4D89-928C-F09E1BEE53F9}" type="presOf" srcId="{56F3D200-08D6-4FF6-B85C-3A7F164A8117}" destId="{68F89369-EF1B-4840-8668-6685EDF5CC53}" srcOrd="0" destOrd="0" presId="urn:microsoft.com/office/officeart/2005/8/layout/matrix1"/>
    <dgm:cxn modelId="{9ECDE8DA-65C6-4FA8-80E8-B3C4279D2D88}" srcId="{66470C6B-B55E-49F3-8563-377532EC9CD2}" destId="{E26B010A-7EAF-4974-B806-2C1CE5B33267}" srcOrd="1" destOrd="0" parTransId="{9E33FCED-5C4B-4F32-9319-80A749E6E300}" sibTransId="{84364D69-A907-42A5-944A-5D4187BA792F}"/>
    <dgm:cxn modelId="{E823F1DA-6970-40CB-87B5-B15A2776C7B7}" srcId="{56F3D200-08D6-4FF6-B85C-3A7F164A8117}" destId="{4B7A507E-F394-44B7-8FB9-52453D9DB179}" srcOrd="4" destOrd="0" parTransId="{EDAB8297-D432-4C14-80B8-625B00D51A74}" sibTransId="{FE1571DF-1D53-4C21-A03B-B1D53C49527F}"/>
    <dgm:cxn modelId="{714A22E0-9443-413C-A541-39D311D869C1}" type="presOf" srcId="{A833F7F2-2B4A-45A6-AEFC-E25F692C7094}" destId="{0BBABBD3-79BE-4524-BA6B-33225576319B}" srcOrd="0" destOrd="0" presId="urn:microsoft.com/office/officeart/2005/8/layout/matrix1"/>
    <dgm:cxn modelId="{3B5A41FA-50E9-46FF-B48C-402B24B85B22}" type="presParOf" srcId="{5A00BC4C-4FE5-45E0-A646-E3110F769730}" destId="{B1C00290-DE82-47AC-84D8-65ACBF67F665}" srcOrd="0" destOrd="0" presId="urn:microsoft.com/office/officeart/2005/8/layout/matrix1"/>
    <dgm:cxn modelId="{6C5154D6-ED51-4C3B-913E-83FE6A6F7762}" type="presParOf" srcId="{B1C00290-DE82-47AC-84D8-65ACBF67F665}" destId="{05AD07D5-A78E-475C-BAC5-D8EA76A8FB2C}" srcOrd="0" destOrd="0" presId="urn:microsoft.com/office/officeart/2005/8/layout/matrix1"/>
    <dgm:cxn modelId="{B7BEBDDE-C678-4161-B0F3-002983DEC474}" type="presParOf" srcId="{B1C00290-DE82-47AC-84D8-65ACBF67F665}" destId="{F6D3010D-3652-41FA-BDD5-A1F873650206}" srcOrd="1" destOrd="0" presId="urn:microsoft.com/office/officeart/2005/8/layout/matrix1"/>
    <dgm:cxn modelId="{2C64FBE0-92D4-41B8-9215-5E520B6C62DA}" type="presParOf" srcId="{B1C00290-DE82-47AC-84D8-65ACBF67F665}" destId="{CDC2010A-971E-41AD-8797-D675768365E8}" srcOrd="2" destOrd="0" presId="urn:microsoft.com/office/officeart/2005/8/layout/matrix1"/>
    <dgm:cxn modelId="{8B0B2CA5-C012-469E-B907-BE7C71ABB7AF}" type="presParOf" srcId="{B1C00290-DE82-47AC-84D8-65ACBF67F665}" destId="{9ADA68E4-4F86-47F8-902B-C09BBD8A6C00}" srcOrd="3" destOrd="0" presId="urn:microsoft.com/office/officeart/2005/8/layout/matrix1"/>
    <dgm:cxn modelId="{3354B259-46A0-4EAA-A9E5-CAEE468A166D}" type="presParOf" srcId="{B1C00290-DE82-47AC-84D8-65ACBF67F665}" destId="{274D39F2-3C49-4BEF-8C03-364997683BF0}" srcOrd="4" destOrd="0" presId="urn:microsoft.com/office/officeart/2005/8/layout/matrix1"/>
    <dgm:cxn modelId="{6058E613-4500-4899-921E-047E8496482A}" type="presParOf" srcId="{B1C00290-DE82-47AC-84D8-65ACBF67F665}" destId="{3F0DB116-5355-4EDB-9906-020BF34493A2}" srcOrd="5" destOrd="0" presId="urn:microsoft.com/office/officeart/2005/8/layout/matrix1"/>
    <dgm:cxn modelId="{67761602-3BDF-453F-AC92-C26B9CDACD54}" type="presParOf" srcId="{B1C00290-DE82-47AC-84D8-65ACBF67F665}" destId="{0BBABBD3-79BE-4524-BA6B-33225576319B}" srcOrd="6" destOrd="0" presId="urn:microsoft.com/office/officeart/2005/8/layout/matrix1"/>
    <dgm:cxn modelId="{A5AF592D-FA98-49A8-A57E-441C6739F7CD}" type="presParOf" srcId="{B1C00290-DE82-47AC-84D8-65ACBF67F665}" destId="{55D501DB-4DD2-4FAA-911D-2B0F896AAD0B}" srcOrd="7" destOrd="0" presId="urn:microsoft.com/office/officeart/2005/8/layout/matrix1"/>
    <dgm:cxn modelId="{9DF8F455-AB74-42C5-87FC-2F3330A37AE1}" type="presParOf" srcId="{5A00BC4C-4FE5-45E0-A646-E3110F769730}" destId="{68F89369-EF1B-4840-8668-6685EDF5CC53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17D38D-E901-4BBE-9B17-DF1FCA98E756}">
      <dsp:nvSpPr>
        <dsp:cNvPr id="0" name=""/>
        <dsp:cNvSpPr/>
      </dsp:nvSpPr>
      <dsp:spPr>
        <a:xfrm>
          <a:off x="3594639" y="59766"/>
          <a:ext cx="3107865" cy="3107865"/>
        </a:xfrm>
        <a:prstGeom prst="ellipse">
          <a:avLst/>
        </a:prstGeom>
        <a:solidFill>
          <a:schemeClr val="tx2">
            <a:lumMod val="75000"/>
            <a:alpha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600" b="1" i="0" u="none" strike="noStrike" kern="1200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Verdana Pro Black" panose="020F0502020204030204" pitchFamily="34" charset="0"/>
            </a:rPr>
            <a:t>Produto</a:t>
          </a:r>
        </a:p>
      </dsp:txBody>
      <dsp:txXfrm>
        <a:off x="3953239" y="478133"/>
        <a:ext cx="2390665" cy="986149"/>
      </dsp:txXfrm>
    </dsp:sp>
    <dsp:sp modelId="{073E44D4-C530-4F29-B862-FB1F6D0F749F}">
      <dsp:nvSpPr>
        <dsp:cNvPr id="0" name=""/>
        <dsp:cNvSpPr/>
      </dsp:nvSpPr>
      <dsp:spPr>
        <a:xfrm>
          <a:off x="4969272" y="1434399"/>
          <a:ext cx="3107865" cy="3107865"/>
        </a:xfrm>
        <a:prstGeom prst="ellipse">
          <a:avLst/>
        </a:prstGeom>
        <a:solidFill>
          <a:schemeClr val="tx2">
            <a:lumMod val="60000"/>
            <a:lumOff val="40000"/>
            <a:alpha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5000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600" b="1" i="0" u="none" strike="noStrike" kern="1200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Verdana Pro Black" panose="020F0502020204030204" pitchFamily="34" charset="0"/>
            </a:rPr>
            <a:t>Preço</a:t>
          </a:r>
        </a:p>
      </dsp:txBody>
      <dsp:txXfrm>
        <a:off x="6642738" y="1792999"/>
        <a:ext cx="1195332" cy="2390665"/>
      </dsp:txXfrm>
    </dsp:sp>
    <dsp:sp modelId="{6283D658-807F-4A77-9632-C93348CA6EDB}">
      <dsp:nvSpPr>
        <dsp:cNvPr id="0" name=""/>
        <dsp:cNvSpPr/>
      </dsp:nvSpPr>
      <dsp:spPr>
        <a:xfrm>
          <a:off x="3594639" y="2809032"/>
          <a:ext cx="3107865" cy="3107865"/>
        </a:xfrm>
        <a:prstGeom prst="ellipse">
          <a:avLst/>
        </a:prstGeom>
        <a:solidFill>
          <a:schemeClr val="tx2">
            <a:lumMod val="40000"/>
            <a:lumOff val="60000"/>
            <a:alpha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5000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600" b="1" i="0" u="none" strike="noStrike" kern="1200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Verdana Pro Black" panose="020F0502020204030204" pitchFamily="34" charset="0"/>
            </a:rPr>
            <a:t>Praça (Distribuição)</a:t>
          </a:r>
        </a:p>
      </dsp:txBody>
      <dsp:txXfrm>
        <a:off x="3953239" y="4512381"/>
        <a:ext cx="2390665" cy="986149"/>
      </dsp:txXfrm>
    </dsp:sp>
    <dsp:sp modelId="{49DF246F-21FC-4BA7-A0C5-6375C19462D6}">
      <dsp:nvSpPr>
        <dsp:cNvPr id="0" name=""/>
        <dsp:cNvSpPr/>
      </dsp:nvSpPr>
      <dsp:spPr>
        <a:xfrm>
          <a:off x="2220006" y="1434399"/>
          <a:ext cx="3107865" cy="3107865"/>
        </a:xfrm>
        <a:prstGeom prst="ellipse">
          <a:avLst/>
        </a:prstGeom>
        <a:solidFill>
          <a:schemeClr val="tx2">
            <a:lumMod val="20000"/>
            <a:lumOff val="80000"/>
            <a:alpha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5000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600" b="1" i="0" u="none" strike="noStrike" kern="1200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Verdana Pro Black" panose="020F0502020204030204" pitchFamily="34" charset="0"/>
            </a:rPr>
            <a:t>Promoção             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en-US" sz="10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endParaRPr>
        </a:p>
      </dsp:txBody>
      <dsp:txXfrm>
        <a:off x="2459073" y="1792999"/>
        <a:ext cx="1195332" cy="23906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CE7DBD-F4BD-4559-BA9D-0129F8D02869}">
      <dsp:nvSpPr>
        <dsp:cNvPr id="0" name=""/>
        <dsp:cNvSpPr/>
      </dsp:nvSpPr>
      <dsp:spPr>
        <a:xfrm>
          <a:off x="1260139" y="0"/>
          <a:ext cx="5760640" cy="5760640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547B37-8CE5-46DA-B275-59C717A7A116}">
      <dsp:nvSpPr>
        <dsp:cNvPr id="0" name=""/>
        <dsp:cNvSpPr/>
      </dsp:nvSpPr>
      <dsp:spPr>
        <a:xfrm>
          <a:off x="1634581" y="374441"/>
          <a:ext cx="2304256" cy="2304256"/>
        </a:xfrm>
        <a:prstGeom prst="roundRect">
          <a:avLst/>
        </a:prstGeom>
        <a:solidFill>
          <a:schemeClr val="accent5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Pontos Fortes</a:t>
          </a:r>
          <a:endParaRPr lang="pt-PT" sz="2400" kern="1200" dirty="0"/>
        </a:p>
      </dsp:txBody>
      <dsp:txXfrm>
        <a:off x="1747066" y="486926"/>
        <a:ext cx="2079286" cy="2079286"/>
      </dsp:txXfrm>
    </dsp:sp>
    <dsp:sp modelId="{10711C77-57BA-4545-A4E3-E42E928111B5}">
      <dsp:nvSpPr>
        <dsp:cNvPr id="0" name=""/>
        <dsp:cNvSpPr/>
      </dsp:nvSpPr>
      <dsp:spPr>
        <a:xfrm>
          <a:off x="4342082" y="374441"/>
          <a:ext cx="2304256" cy="2304256"/>
        </a:xfrm>
        <a:prstGeom prst="roundRect">
          <a:avLst/>
        </a:prstGeom>
        <a:solidFill>
          <a:schemeClr val="accent5">
            <a:lumMod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Pontos Fracos</a:t>
          </a:r>
          <a:endParaRPr lang="pt-PT" sz="2400" kern="1200" dirty="0"/>
        </a:p>
      </dsp:txBody>
      <dsp:txXfrm>
        <a:off x="4454567" y="486926"/>
        <a:ext cx="2079286" cy="2079286"/>
      </dsp:txXfrm>
    </dsp:sp>
    <dsp:sp modelId="{FFEA909A-0998-421E-8E96-7527650B078F}">
      <dsp:nvSpPr>
        <dsp:cNvPr id="0" name=""/>
        <dsp:cNvSpPr/>
      </dsp:nvSpPr>
      <dsp:spPr>
        <a:xfrm>
          <a:off x="1634581" y="3081942"/>
          <a:ext cx="2304256" cy="2304256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Oportunidades</a:t>
          </a:r>
          <a:endParaRPr lang="pt-PT" sz="2400" kern="1200" dirty="0"/>
        </a:p>
      </dsp:txBody>
      <dsp:txXfrm>
        <a:off x="1747066" y="3194427"/>
        <a:ext cx="2079286" cy="2079286"/>
      </dsp:txXfrm>
    </dsp:sp>
    <dsp:sp modelId="{C2FB893A-B957-4D11-9976-D26E3012A2FA}">
      <dsp:nvSpPr>
        <dsp:cNvPr id="0" name=""/>
        <dsp:cNvSpPr/>
      </dsp:nvSpPr>
      <dsp:spPr>
        <a:xfrm>
          <a:off x="4342082" y="3081942"/>
          <a:ext cx="2304256" cy="2304256"/>
        </a:xfrm>
        <a:prstGeom prst="roundRect">
          <a:avLst/>
        </a:prstGeom>
        <a:solidFill>
          <a:schemeClr val="bg2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Ameaças</a:t>
          </a:r>
          <a:endParaRPr lang="pt-PT" sz="2400" kern="1200" dirty="0"/>
        </a:p>
      </dsp:txBody>
      <dsp:txXfrm>
        <a:off x="4454567" y="3194427"/>
        <a:ext cx="2079286" cy="20792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AD07D5-A78E-475C-BAC5-D8EA76A8FB2C}">
      <dsp:nvSpPr>
        <dsp:cNvPr id="0" name=""/>
        <dsp:cNvSpPr/>
      </dsp:nvSpPr>
      <dsp:spPr>
        <a:xfrm rot="16200000">
          <a:off x="630069" y="-630069"/>
          <a:ext cx="2880320" cy="4140460"/>
        </a:xfrm>
        <a:prstGeom prst="round1Rect">
          <a:avLst/>
        </a:prstGeom>
        <a:solidFill>
          <a:schemeClr val="tx2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600" b="0" kern="1200" dirty="0">
              <a:solidFill>
                <a:schemeClr val="bg1"/>
              </a:solidFill>
              <a:latin typeface="+mn-lt"/>
            </a:rPr>
            <a:t>Biblioteca personalizada</a:t>
          </a:r>
        </a:p>
      </dsp:txBody>
      <dsp:txXfrm rot="5400000">
        <a:off x="-1" y="1"/>
        <a:ext cx="4140460" cy="2160240"/>
      </dsp:txXfrm>
    </dsp:sp>
    <dsp:sp modelId="{CDC2010A-971E-41AD-8797-D675768365E8}">
      <dsp:nvSpPr>
        <dsp:cNvPr id="0" name=""/>
        <dsp:cNvSpPr/>
      </dsp:nvSpPr>
      <dsp:spPr>
        <a:xfrm>
          <a:off x="4140460" y="0"/>
          <a:ext cx="4140460" cy="2880320"/>
        </a:xfrm>
        <a:prstGeom prst="round1Rect">
          <a:avLst/>
        </a:prstGeom>
        <a:solidFill>
          <a:schemeClr val="tx2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600" b="0" kern="1200" dirty="0">
              <a:solidFill>
                <a:schemeClr val="bg1"/>
              </a:solidFill>
              <a:latin typeface="+mn-lt"/>
            </a:rPr>
            <a:t>Acesso offline</a:t>
          </a:r>
        </a:p>
      </dsp:txBody>
      <dsp:txXfrm>
        <a:off x="4140460" y="0"/>
        <a:ext cx="4140460" cy="2160240"/>
      </dsp:txXfrm>
    </dsp:sp>
    <dsp:sp modelId="{274D39F2-3C49-4BEF-8C03-364997683BF0}">
      <dsp:nvSpPr>
        <dsp:cNvPr id="0" name=""/>
        <dsp:cNvSpPr/>
      </dsp:nvSpPr>
      <dsp:spPr>
        <a:xfrm rot="10800000">
          <a:off x="0" y="2880320"/>
          <a:ext cx="4140460" cy="2880320"/>
        </a:xfrm>
        <a:prstGeom prst="round1Rect">
          <a:avLst/>
        </a:prstGeom>
        <a:solidFill>
          <a:schemeClr val="tx2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600" kern="1200" dirty="0">
              <a:solidFill>
                <a:schemeClr val="bg1"/>
              </a:solidFill>
              <a:latin typeface="+mn-lt"/>
            </a:rPr>
            <a:t>Especialização em Biociências</a:t>
          </a:r>
        </a:p>
      </dsp:txBody>
      <dsp:txXfrm rot="10800000">
        <a:off x="0" y="3600400"/>
        <a:ext cx="4140460" cy="2160240"/>
      </dsp:txXfrm>
    </dsp:sp>
    <dsp:sp modelId="{0BBABBD3-79BE-4524-BA6B-33225576319B}">
      <dsp:nvSpPr>
        <dsp:cNvPr id="0" name=""/>
        <dsp:cNvSpPr/>
      </dsp:nvSpPr>
      <dsp:spPr>
        <a:xfrm rot="5400000">
          <a:off x="4770530" y="2250250"/>
          <a:ext cx="2880320" cy="4140460"/>
        </a:xfrm>
        <a:prstGeom prst="round1Rect">
          <a:avLst/>
        </a:prstGeom>
        <a:solidFill>
          <a:schemeClr val="tx2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 dirty="0">
              <a:solidFill>
                <a:schemeClr val="bg1"/>
              </a:solidFill>
              <a:latin typeface="+mn-lt"/>
            </a:rPr>
            <a:t>Integração de teoria e prática</a:t>
          </a:r>
          <a:endParaRPr lang="pt-PT" sz="3600" kern="1200" dirty="0">
            <a:solidFill>
              <a:schemeClr val="bg1"/>
            </a:solidFill>
            <a:latin typeface="+mn-lt"/>
          </a:endParaRPr>
        </a:p>
      </dsp:txBody>
      <dsp:txXfrm rot="-5400000">
        <a:off x="4140459" y="3600400"/>
        <a:ext cx="4140460" cy="2160240"/>
      </dsp:txXfrm>
    </dsp:sp>
    <dsp:sp modelId="{68F89369-EF1B-4840-8668-6685EDF5CC53}">
      <dsp:nvSpPr>
        <dsp:cNvPr id="0" name=""/>
        <dsp:cNvSpPr/>
      </dsp:nvSpPr>
      <dsp:spPr>
        <a:xfrm>
          <a:off x="2898321" y="2160240"/>
          <a:ext cx="2484276" cy="1440160"/>
        </a:xfrm>
        <a:prstGeom prst="roundRect">
          <a:avLst/>
        </a:prstGeom>
        <a:solidFill>
          <a:schemeClr val="accent5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900" kern="1200" dirty="0"/>
            <a:t>Pontos Fortes</a:t>
          </a:r>
          <a:endParaRPr lang="pt-PT" sz="3900" kern="1200" dirty="0"/>
        </a:p>
      </dsp:txBody>
      <dsp:txXfrm>
        <a:off x="2968624" y="2230543"/>
        <a:ext cx="2343670" cy="12995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AD07D5-A78E-475C-BAC5-D8EA76A8FB2C}">
      <dsp:nvSpPr>
        <dsp:cNvPr id="0" name=""/>
        <dsp:cNvSpPr/>
      </dsp:nvSpPr>
      <dsp:spPr>
        <a:xfrm rot="16200000">
          <a:off x="630069" y="-630069"/>
          <a:ext cx="2880320" cy="4140460"/>
        </a:xfrm>
        <a:prstGeom prst="round1Rect">
          <a:avLst/>
        </a:prstGeom>
        <a:solidFill>
          <a:schemeClr val="tx2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b="0" kern="1200" dirty="0">
              <a:solidFill>
                <a:schemeClr val="bg1"/>
              </a:solidFill>
            </a:rPr>
            <a:t>Base inicial de recursos limitada</a:t>
          </a:r>
          <a:endParaRPr lang="pt-PT" sz="3600" b="0" kern="1200" dirty="0">
            <a:solidFill>
              <a:schemeClr val="bg1"/>
            </a:solidFill>
            <a:latin typeface="+mn-lt"/>
          </a:endParaRPr>
        </a:p>
      </dsp:txBody>
      <dsp:txXfrm rot="5400000">
        <a:off x="-1" y="1"/>
        <a:ext cx="4140460" cy="2160240"/>
      </dsp:txXfrm>
    </dsp:sp>
    <dsp:sp modelId="{CDC2010A-971E-41AD-8797-D675768365E8}">
      <dsp:nvSpPr>
        <dsp:cNvPr id="0" name=""/>
        <dsp:cNvSpPr/>
      </dsp:nvSpPr>
      <dsp:spPr>
        <a:xfrm>
          <a:off x="4140460" y="0"/>
          <a:ext cx="4140460" cy="2880320"/>
        </a:xfrm>
        <a:prstGeom prst="round1Rect">
          <a:avLst/>
        </a:prstGeom>
        <a:solidFill>
          <a:schemeClr val="tx2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b="0" kern="1200" dirty="0">
              <a:solidFill>
                <a:schemeClr val="bg1"/>
              </a:solidFill>
            </a:rPr>
            <a:t>Baixa visibilidade inicial</a:t>
          </a:r>
          <a:endParaRPr lang="pt-PT" sz="3600" b="0" kern="1200" dirty="0">
            <a:solidFill>
              <a:schemeClr val="bg1"/>
            </a:solidFill>
            <a:latin typeface="+mn-lt"/>
          </a:endParaRPr>
        </a:p>
      </dsp:txBody>
      <dsp:txXfrm>
        <a:off x="4140460" y="0"/>
        <a:ext cx="4140460" cy="2160240"/>
      </dsp:txXfrm>
    </dsp:sp>
    <dsp:sp modelId="{274D39F2-3C49-4BEF-8C03-364997683BF0}">
      <dsp:nvSpPr>
        <dsp:cNvPr id="0" name=""/>
        <dsp:cNvSpPr/>
      </dsp:nvSpPr>
      <dsp:spPr>
        <a:xfrm rot="10800000">
          <a:off x="0" y="2880320"/>
          <a:ext cx="4140460" cy="2880320"/>
        </a:xfrm>
        <a:prstGeom prst="round1Rect">
          <a:avLst/>
        </a:prstGeom>
        <a:solidFill>
          <a:schemeClr val="tx2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300" b="0" kern="1200" dirty="0">
              <a:solidFill>
                <a:schemeClr val="bg1"/>
              </a:solidFill>
            </a:rPr>
            <a:t>Recursos financeiros e humanos reduzidos</a:t>
          </a:r>
          <a:endParaRPr lang="pt-PT" sz="3300" b="0" kern="1200" dirty="0">
            <a:solidFill>
              <a:schemeClr val="bg1"/>
            </a:solidFill>
          </a:endParaRPr>
        </a:p>
      </dsp:txBody>
      <dsp:txXfrm rot="10800000">
        <a:off x="0" y="3600400"/>
        <a:ext cx="4140460" cy="2160240"/>
      </dsp:txXfrm>
    </dsp:sp>
    <dsp:sp modelId="{0BBABBD3-79BE-4524-BA6B-33225576319B}">
      <dsp:nvSpPr>
        <dsp:cNvPr id="0" name=""/>
        <dsp:cNvSpPr/>
      </dsp:nvSpPr>
      <dsp:spPr>
        <a:xfrm rot="5400000">
          <a:off x="4770530" y="2250250"/>
          <a:ext cx="2880320" cy="4140460"/>
        </a:xfrm>
        <a:prstGeom prst="round1Rect">
          <a:avLst/>
        </a:prstGeom>
        <a:solidFill>
          <a:schemeClr val="tx2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300" b="0" kern="1200" dirty="0">
              <a:solidFill>
                <a:schemeClr val="bg1"/>
              </a:solidFill>
            </a:rPr>
            <a:t>Depende de engajamento de professores e estudantes</a:t>
          </a:r>
          <a:endParaRPr lang="pt-PT" sz="3300" b="0" kern="1200" dirty="0">
            <a:solidFill>
              <a:schemeClr val="bg1"/>
            </a:solidFill>
          </a:endParaRPr>
        </a:p>
      </dsp:txBody>
      <dsp:txXfrm rot="-5400000">
        <a:off x="4140459" y="3600400"/>
        <a:ext cx="4140460" cy="2160240"/>
      </dsp:txXfrm>
    </dsp:sp>
    <dsp:sp modelId="{68F89369-EF1B-4840-8668-6685EDF5CC53}">
      <dsp:nvSpPr>
        <dsp:cNvPr id="0" name=""/>
        <dsp:cNvSpPr/>
      </dsp:nvSpPr>
      <dsp:spPr>
        <a:xfrm>
          <a:off x="2898321" y="2160240"/>
          <a:ext cx="2484276" cy="1440160"/>
        </a:xfrm>
        <a:prstGeom prst="roundRect">
          <a:avLst/>
        </a:prstGeom>
        <a:solidFill>
          <a:schemeClr val="accent5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300" kern="1200" dirty="0"/>
            <a:t>Pontos Fracos</a:t>
          </a:r>
          <a:endParaRPr lang="pt-PT" sz="3300" kern="1200" dirty="0"/>
        </a:p>
      </dsp:txBody>
      <dsp:txXfrm>
        <a:off x="2968624" y="2230543"/>
        <a:ext cx="2343670" cy="12995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AD07D5-A78E-475C-BAC5-D8EA76A8FB2C}">
      <dsp:nvSpPr>
        <dsp:cNvPr id="0" name=""/>
        <dsp:cNvSpPr/>
      </dsp:nvSpPr>
      <dsp:spPr>
        <a:xfrm rot="16200000">
          <a:off x="630069" y="-630069"/>
          <a:ext cx="2880320" cy="4140460"/>
        </a:xfrm>
        <a:prstGeom prst="round1Rect">
          <a:avLst/>
        </a:prstGeom>
        <a:solidFill>
          <a:schemeClr val="tx2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b="0" kern="1200" dirty="0">
              <a:solidFill>
                <a:schemeClr val="bg1"/>
              </a:solidFill>
            </a:rPr>
            <a:t>Demanda crescente por OER e nicho pouco explorado</a:t>
          </a:r>
          <a:endParaRPr lang="pt-PT" sz="3600" b="0" kern="1200" dirty="0">
            <a:solidFill>
              <a:schemeClr val="bg1"/>
            </a:solidFill>
            <a:latin typeface="+mn-lt"/>
          </a:endParaRPr>
        </a:p>
      </dsp:txBody>
      <dsp:txXfrm rot="5400000">
        <a:off x="-1" y="1"/>
        <a:ext cx="4140460" cy="2160240"/>
      </dsp:txXfrm>
    </dsp:sp>
    <dsp:sp modelId="{CDC2010A-971E-41AD-8797-D675768365E8}">
      <dsp:nvSpPr>
        <dsp:cNvPr id="0" name=""/>
        <dsp:cNvSpPr/>
      </dsp:nvSpPr>
      <dsp:spPr>
        <a:xfrm>
          <a:off x="4140460" y="0"/>
          <a:ext cx="4140460" cy="2880320"/>
        </a:xfrm>
        <a:prstGeom prst="round1Rect">
          <a:avLst/>
        </a:prstGeom>
        <a:solidFill>
          <a:schemeClr val="tx2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600" b="0" kern="1200" dirty="0">
              <a:solidFill>
                <a:schemeClr val="bg1"/>
              </a:solidFill>
            </a:rPr>
            <a:t>Parcerias institucionais e Expansão internacional</a:t>
          </a:r>
          <a:endParaRPr lang="pt-PT" sz="3600" b="0" kern="1200" dirty="0">
            <a:solidFill>
              <a:schemeClr val="bg1"/>
            </a:solidFill>
            <a:latin typeface="+mn-lt"/>
          </a:endParaRPr>
        </a:p>
      </dsp:txBody>
      <dsp:txXfrm>
        <a:off x="4140460" y="0"/>
        <a:ext cx="4140460" cy="2160240"/>
      </dsp:txXfrm>
    </dsp:sp>
    <dsp:sp modelId="{274D39F2-3C49-4BEF-8C03-364997683BF0}">
      <dsp:nvSpPr>
        <dsp:cNvPr id="0" name=""/>
        <dsp:cNvSpPr/>
      </dsp:nvSpPr>
      <dsp:spPr>
        <a:xfrm rot="10800000">
          <a:off x="0" y="2880320"/>
          <a:ext cx="4140460" cy="2880320"/>
        </a:xfrm>
        <a:prstGeom prst="round1Rect">
          <a:avLst/>
        </a:prstGeom>
        <a:solidFill>
          <a:schemeClr val="tx2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b="0" kern="1200" dirty="0">
              <a:solidFill>
                <a:schemeClr val="bg1"/>
              </a:solidFill>
            </a:rPr>
            <a:t>Avanços em Edtech, como IA</a:t>
          </a:r>
          <a:endParaRPr lang="pt-PT" sz="3600" b="0" kern="1200" dirty="0">
            <a:solidFill>
              <a:schemeClr val="bg1"/>
            </a:solidFill>
          </a:endParaRPr>
        </a:p>
      </dsp:txBody>
      <dsp:txXfrm rot="10800000">
        <a:off x="0" y="3600400"/>
        <a:ext cx="4140460" cy="2160240"/>
      </dsp:txXfrm>
    </dsp:sp>
    <dsp:sp modelId="{0BBABBD3-79BE-4524-BA6B-33225576319B}">
      <dsp:nvSpPr>
        <dsp:cNvPr id="0" name=""/>
        <dsp:cNvSpPr/>
      </dsp:nvSpPr>
      <dsp:spPr>
        <a:xfrm rot="5400000">
          <a:off x="4770530" y="2250250"/>
          <a:ext cx="2880320" cy="4140460"/>
        </a:xfrm>
        <a:prstGeom prst="round1Rect">
          <a:avLst/>
        </a:prstGeom>
        <a:solidFill>
          <a:schemeClr val="tx2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b="0" kern="1200" dirty="0">
              <a:solidFill>
                <a:schemeClr val="bg1"/>
              </a:solidFill>
            </a:rPr>
            <a:t>Promoção e marketing de guerrilha em eventos acadêmicos</a:t>
          </a:r>
          <a:br>
            <a:rPr lang="pt-BR" sz="2700" kern="1200" dirty="0"/>
          </a:br>
          <a:endParaRPr lang="pt-PT" sz="2700" kern="1200" dirty="0"/>
        </a:p>
      </dsp:txBody>
      <dsp:txXfrm rot="-5400000">
        <a:off x="4140459" y="3600400"/>
        <a:ext cx="4140460" cy="2160240"/>
      </dsp:txXfrm>
    </dsp:sp>
    <dsp:sp modelId="{68F89369-EF1B-4840-8668-6685EDF5CC53}">
      <dsp:nvSpPr>
        <dsp:cNvPr id="0" name=""/>
        <dsp:cNvSpPr/>
      </dsp:nvSpPr>
      <dsp:spPr>
        <a:xfrm>
          <a:off x="2898321" y="2160240"/>
          <a:ext cx="2484276" cy="1440160"/>
        </a:xfrm>
        <a:prstGeom prst="roundRect">
          <a:avLst/>
        </a:prstGeom>
        <a:solidFill>
          <a:schemeClr val="accent5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 dirty="0"/>
            <a:t>Oportunidades</a:t>
          </a:r>
          <a:endParaRPr lang="pt-PT" sz="2700" kern="1200" dirty="0"/>
        </a:p>
      </dsp:txBody>
      <dsp:txXfrm>
        <a:off x="2968624" y="2230543"/>
        <a:ext cx="2343670" cy="12995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AD07D5-A78E-475C-BAC5-D8EA76A8FB2C}">
      <dsp:nvSpPr>
        <dsp:cNvPr id="0" name=""/>
        <dsp:cNvSpPr/>
      </dsp:nvSpPr>
      <dsp:spPr>
        <a:xfrm rot="16200000">
          <a:off x="630069" y="-630069"/>
          <a:ext cx="2880320" cy="4140460"/>
        </a:xfrm>
        <a:prstGeom prst="round1Rect">
          <a:avLst/>
        </a:prstGeom>
        <a:solidFill>
          <a:schemeClr val="tx2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b="0" kern="1200" dirty="0">
              <a:solidFill>
                <a:schemeClr val="bg1"/>
              </a:solidFill>
            </a:rPr>
            <a:t>Concorrência de grandes plataformas institucionais</a:t>
          </a:r>
          <a:endParaRPr lang="pt-PT" sz="3600" b="0" kern="1200" dirty="0">
            <a:solidFill>
              <a:schemeClr val="bg1"/>
            </a:solidFill>
            <a:latin typeface="+mn-lt"/>
          </a:endParaRPr>
        </a:p>
      </dsp:txBody>
      <dsp:txXfrm rot="5400000">
        <a:off x="-1" y="1"/>
        <a:ext cx="4140460" cy="2160240"/>
      </dsp:txXfrm>
    </dsp:sp>
    <dsp:sp modelId="{CDC2010A-971E-41AD-8797-D675768365E8}">
      <dsp:nvSpPr>
        <dsp:cNvPr id="0" name=""/>
        <dsp:cNvSpPr/>
      </dsp:nvSpPr>
      <dsp:spPr>
        <a:xfrm>
          <a:off x="4140460" y="0"/>
          <a:ext cx="4140460" cy="2880320"/>
        </a:xfrm>
        <a:prstGeom prst="round1Rect">
          <a:avLst/>
        </a:prstGeom>
        <a:solidFill>
          <a:schemeClr val="tx2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b="0" kern="1200" dirty="0">
              <a:solidFill>
                <a:schemeClr val="bg1"/>
              </a:solidFill>
            </a:rPr>
            <a:t>Risco de duplicação por outras startup ’s e organizações</a:t>
          </a:r>
          <a:endParaRPr lang="pt-PT" sz="3600" b="0" kern="1200" dirty="0">
            <a:solidFill>
              <a:schemeClr val="bg1"/>
            </a:solidFill>
            <a:latin typeface="+mn-lt"/>
          </a:endParaRPr>
        </a:p>
      </dsp:txBody>
      <dsp:txXfrm>
        <a:off x="4140460" y="0"/>
        <a:ext cx="4140460" cy="2160240"/>
      </dsp:txXfrm>
    </dsp:sp>
    <dsp:sp modelId="{274D39F2-3C49-4BEF-8C03-364997683BF0}">
      <dsp:nvSpPr>
        <dsp:cNvPr id="0" name=""/>
        <dsp:cNvSpPr/>
      </dsp:nvSpPr>
      <dsp:spPr>
        <a:xfrm rot="10800000">
          <a:off x="0" y="2880320"/>
          <a:ext cx="4140460" cy="2880320"/>
        </a:xfrm>
        <a:prstGeom prst="round1Rect">
          <a:avLst/>
        </a:prstGeom>
        <a:solidFill>
          <a:schemeClr val="tx2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b="0" kern="1200" dirty="0">
              <a:solidFill>
                <a:schemeClr val="bg1"/>
              </a:solidFill>
            </a:rPr>
            <a:t>OER dependente dos repositórios originários</a:t>
          </a:r>
          <a:endParaRPr lang="pt-PT" sz="3600" b="0" kern="1200" dirty="0">
            <a:solidFill>
              <a:schemeClr val="bg1"/>
            </a:solidFill>
          </a:endParaRPr>
        </a:p>
      </dsp:txBody>
      <dsp:txXfrm rot="10800000">
        <a:off x="0" y="3600400"/>
        <a:ext cx="4140460" cy="2160240"/>
      </dsp:txXfrm>
    </dsp:sp>
    <dsp:sp modelId="{0BBABBD3-79BE-4524-BA6B-33225576319B}">
      <dsp:nvSpPr>
        <dsp:cNvPr id="0" name=""/>
        <dsp:cNvSpPr/>
      </dsp:nvSpPr>
      <dsp:spPr>
        <a:xfrm rot="5400000">
          <a:off x="4770530" y="2250250"/>
          <a:ext cx="2880320" cy="4140460"/>
        </a:xfrm>
        <a:prstGeom prst="round1Rect">
          <a:avLst/>
        </a:prstGeom>
        <a:solidFill>
          <a:schemeClr val="tx2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0" kern="1200" dirty="0">
              <a:solidFill>
                <a:schemeClr val="bg1"/>
              </a:solidFill>
            </a:rPr>
            <a:t>Sustentabilidade financeira na ausência de monetização ou apoio financeiro</a:t>
          </a:r>
          <a:br>
            <a:rPr lang="pt-BR" sz="2800" b="0" kern="1200" dirty="0">
              <a:solidFill>
                <a:schemeClr val="bg1"/>
              </a:solidFill>
            </a:rPr>
          </a:br>
          <a:endParaRPr lang="pt-PT" sz="2800" b="0" kern="1200" dirty="0">
            <a:solidFill>
              <a:schemeClr val="bg1"/>
            </a:solidFill>
          </a:endParaRPr>
        </a:p>
      </dsp:txBody>
      <dsp:txXfrm rot="-5400000">
        <a:off x="4140459" y="3600400"/>
        <a:ext cx="4140460" cy="2160240"/>
      </dsp:txXfrm>
    </dsp:sp>
    <dsp:sp modelId="{68F89369-EF1B-4840-8668-6685EDF5CC53}">
      <dsp:nvSpPr>
        <dsp:cNvPr id="0" name=""/>
        <dsp:cNvSpPr/>
      </dsp:nvSpPr>
      <dsp:spPr>
        <a:xfrm>
          <a:off x="2898321" y="2160240"/>
          <a:ext cx="2484276" cy="1440160"/>
        </a:xfrm>
        <a:prstGeom prst="roundRect">
          <a:avLst/>
        </a:prstGeom>
        <a:solidFill>
          <a:schemeClr val="accent5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Ameaças</a:t>
          </a:r>
          <a:endParaRPr lang="pt-PT" sz="2800" kern="1200" dirty="0"/>
        </a:p>
      </dsp:txBody>
      <dsp:txXfrm>
        <a:off x="2968624" y="2230543"/>
        <a:ext cx="2343670" cy="12995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endParaRPr lang="en-US"/>
          </a:p>
        </p:txBody>
      </p:sp>
      <p:sp>
        <p:nvSpPr>
          <p:cNvPr id="10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20948DC0-C06B-46C4-A764-B206A77C1ADC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5870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48DC0-C06B-46C4-A764-B206A77C1AD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293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050"/>
          <p:cNvSpPr>
            <a:spLocks noGrp="1" noChangeArrowheads="1"/>
          </p:cNvSpPr>
          <p:nvPr>
            <p:ph type="ctrTitle"/>
          </p:nvPr>
        </p:nvSpPr>
        <p:spPr>
          <a:xfrm>
            <a:off x="685800" y="2819400"/>
            <a:ext cx="7772400" cy="2057400"/>
          </a:xfrm>
        </p:spPr>
        <p:txBody>
          <a:bodyPr/>
          <a:lstStyle>
            <a:lvl1pPr algn="ctr">
              <a:defRPr sz="4800"/>
            </a:lvl1pPr>
          </a:lstStyle>
          <a:p>
            <a:pPr lvl="0"/>
            <a:r>
              <a:rPr lang="pt-PT" noProof="0"/>
              <a:t>Clique para editar o estilo de título do Modelo Global</a:t>
            </a:r>
            <a:endParaRPr lang="en-US" noProof="0"/>
          </a:p>
        </p:txBody>
      </p:sp>
      <p:sp>
        <p:nvSpPr>
          <p:cNvPr id="37891" name="Rectangle 2051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5029200"/>
            <a:ext cx="6400800" cy="914400"/>
          </a:xfrm>
        </p:spPr>
        <p:txBody>
          <a:bodyPr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pt-PT" noProof="0"/>
              <a:t>Clique para editar o estilo de subtítulo do Modelo Global</a:t>
            </a:r>
            <a:endParaRPr lang="en-US" noProof="0"/>
          </a:p>
        </p:txBody>
      </p:sp>
      <p:sp>
        <p:nvSpPr>
          <p:cNvPr id="37904" name="Rectangle 2064"/>
          <p:cNvSpPr>
            <a:spLocks noGrp="1" noChangeArrowheads="1"/>
          </p:cNvSpPr>
          <p:nvPr>
            <p:ph type="dt" sz="half" idx="2"/>
          </p:nvPr>
        </p:nvSpPr>
        <p:spPr>
          <a:xfrm>
            <a:off x="381000" y="6248400"/>
            <a:ext cx="1905000" cy="381000"/>
          </a:xfrm>
        </p:spPr>
        <p:txBody>
          <a:bodyPr anchor="b"/>
          <a:lstStyle>
            <a:lvl1pPr>
              <a:defRPr kumimoji="0">
                <a:solidFill>
                  <a:srgbClr val="000000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37905" name="Rectangle 206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381000"/>
          </a:xfrm>
        </p:spPr>
        <p:txBody>
          <a:bodyPr anchor="b"/>
          <a:lstStyle>
            <a:lvl1pPr>
              <a:defRPr kumimoji="0">
                <a:solidFill>
                  <a:srgbClr val="000000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37906" name="Rectangle 206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381000"/>
          </a:xfrm>
        </p:spPr>
        <p:txBody>
          <a:bodyPr anchor="b"/>
          <a:lstStyle>
            <a:lvl1pPr>
              <a:defRPr kumimoji="0">
                <a:solidFill>
                  <a:srgbClr val="000000"/>
                </a:solidFill>
                <a:latin typeface="+mn-lt"/>
              </a:defRPr>
            </a:lvl1pPr>
          </a:lstStyle>
          <a:p>
            <a:fld id="{50735817-C2DF-41D5-8B3D-136E99C7D7DD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autoUpdateAnimBg="0"/>
      <p:bldP spid="37891" grpId="0" build="p" autoUpdateAnimBg="0" advAuto="0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89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3789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A978C2-B3EB-4A95-B4ED-E33D28250FA7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95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06B947-23D4-450C-BEB6-B4B3AA639F05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197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1219200"/>
            <a:ext cx="33147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219200"/>
            <a:ext cx="33147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26A514-3FD0-48E7-B006-6F316D79BC0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737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47F88B-FC04-481A-86EF-49A29274323A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795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C8C85E-34B6-44EF-8714-FED9FAE6D145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669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D6825E-C3BC-4107-9B36-593545E99E05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253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ECF3B1-D98C-4858-A228-314CAAE2E149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703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2DDD82-2491-49ED-866B-563C88AFB8BF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86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EA5F7E-F932-4B5C-B519-D939D7A2FF0A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98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350" y="76200"/>
            <a:ext cx="1695450" cy="5867400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"/>
            <a:ext cx="4933950" cy="5867400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0682A0-0AA5-428A-9A4E-4FE2B7945E5F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0381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ítulo e Texto Sobr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76200"/>
            <a:ext cx="6781800" cy="106680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43000" y="1219200"/>
            <a:ext cx="6781800" cy="228600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3657600"/>
            <a:ext cx="6781800" cy="228600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A63BC61A-5C3F-47B4-A345-8280A3920482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4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50735817-C2DF-41D5-8B3D-136E99C7D7DD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550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build="p" autoUpdateAnimBg="0" advAuto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9AA978C2-B3EB-4A95-B4ED-E33D28250FA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9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6B947-23D4-450C-BEB6-B4B3AA639F0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614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6D673-8270-447D-BE94-4CDC391E89D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536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F88B-FC04-481A-86EF-49A29274323A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4298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8C85E-34B6-44EF-8714-FED9FAE6D14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1547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6825E-C3BC-4107-9B36-593545E99E0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44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F3B1-D98C-4858-A228-314CAAE2E14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446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6D673-8270-447D-BE94-4CDC391E89D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9670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6D673-8270-447D-BE94-4CDC391E89D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634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6D673-8270-447D-BE94-4CDC391E89D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83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6D673-8270-447D-BE94-4CDC391E89DC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21254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6D673-8270-447D-BE94-4CDC391E89D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113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6D673-8270-447D-BE94-4CDC391E89D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7725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6D673-8270-447D-BE94-4CDC391E89D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2174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A5F7E-F932-4B5C-B519-D939D7A2FF0A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593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682A0-0AA5-428A-9A4E-4FE2B7945E5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6318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ítulo e Texto Sobr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76200"/>
            <a:ext cx="6781800" cy="106680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43000" y="1219200"/>
            <a:ext cx="6781800" cy="228600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3657600"/>
            <a:ext cx="6781800" cy="228600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A63BC61A-5C3F-47B4-A345-8280A3920482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28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76200"/>
            <a:ext cx="6781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686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00" y="1219200"/>
            <a:ext cx="67818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36886" name="Rectangle 104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400"/>
            </a:lvl1pPr>
          </a:lstStyle>
          <a:p>
            <a:endParaRPr lang="en-US"/>
          </a:p>
        </p:txBody>
      </p:sp>
      <p:sp>
        <p:nvSpPr>
          <p:cNvPr id="36887" name="Rectangle 104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1" sz="1400"/>
            </a:lvl1pPr>
          </a:lstStyle>
          <a:p>
            <a:endParaRPr lang="en-US"/>
          </a:p>
        </p:txBody>
      </p:sp>
      <p:sp>
        <p:nvSpPr>
          <p:cNvPr id="36888" name="Rectangle 104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400"/>
            </a:lvl1pPr>
          </a:lstStyle>
          <a:p>
            <a:fld id="{DA46D673-8270-447D-BE94-4CDC391E89DC}" type="slidenum">
              <a:rPr 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Garamond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600">
          <a:solidFill>
            <a:srgbClr val="000000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rgbClr val="000000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rgbClr val="000000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rgbClr val="000000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rgbClr val="000000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rgbClr val="000000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rgbClr val="000000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46D673-8270-447D-BE94-4CDC391E89D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483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jpeg"/><Relationship Id="rId5" Type="http://schemas.openxmlformats.org/officeDocument/2006/relationships/image" Target="../media/image7.jp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0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0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0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0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0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0.jpe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0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1.jpe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0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>
            <a:extLst>
              <a:ext uri="{FF2B5EF4-FFF2-40B4-BE49-F238E27FC236}">
                <a16:creationId xmlns:a16="http://schemas.microsoft.com/office/drawing/2014/main" id="{6551C300-1D7A-46C3-9EF6-0EAC9B1E1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8EC1EDC6-1B42-4FCD-BC53-B1D05BFF2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5" y="0"/>
            <a:ext cx="9040414" cy="6858001"/>
            <a:chOff x="-14288" y="0"/>
            <a:chExt cx="12053888" cy="685800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33EFBCB-98A2-4F16-B3BB-BF9EC17846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30" name="Rectangle 5">
                <a:extLst>
                  <a:ext uri="{FF2B5EF4-FFF2-40B4-BE49-F238E27FC236}">
                    <a16:creationId xmlns:a16="http://schemas.microsoft.com/office/drawing/2014/main" id="{B399E29C-9CF8-4BD1-8750-949BA21268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1" name="Freeform 6">
                <a:extLst>
                  <a:ext uri="{FF2B5EF4-FFF2-40B4-BE49-F238E27FC236}">
                    <a16:creationId xmlns:a16="http://schemas.microsoft.com/office/drawing/2014/main" id="{CB02DFF7-56DA-42B6-B49A-C8926B841A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2" name="Freeform 7">
                <a:extLst>
                  <a:ext uri="{FF2B5EF4-FFF2-40B4-BE49-F238E27FC236}">
                    <a16:creationId xmlns:a16="http://schemas.microsoft.com/office/drawing/2014/main" id="{07F77B45-21CD-43DB-AD58-24F8145021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3" name="Freeform 8">
                <a:extLst>
                  <a:ext uri="{FF2B5EF4-FFF2-40B4-BE49-F238E27FC236}">
                    <a16:creationId xmlns:a16="http://schemas.microsoft.com/office/drawing/2014/main" id="{F0151C40-12A4-4A09-A8B6-179A062EF6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4" name="Freeform 9">
                <a:extLst>
                  <a:ext uri="{FF2B5EF4-FFF2-40B4-BE49-F238E27FC236}">
                    <a16:creationId xmlns:a16="http://schemas.microsoft.com/office/drawing/2014/main" id="{F0146EA7-EB82-410D-A6ED-7C10C525AD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5" name="Freeform 10">
                <a:extLst>
                  <a:ext uri="{FF2B5EF4-FFF2-40B4-BE49-F238E27FC236}">
                    <a16:creationId xmlns:a16="http://schemas.microsoft.com/office/drawing/2014/main" id="{20DD5C02-0C86-4FA9-B82A-254EF58D37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6" name="Freeform 11">
                <a:extLst>
                  <a:ext uri="{FF2B5EF4-FFF2-40B4-BE49-F238E27FC236}">
                    <a16:creationId xmlns:a16="http://schemas.microsoft.com/office/drawing/2014/main" id="{19ED9FD5-1147-400A-8A32-82A74F7AD8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7" name="Freeform 12">
                <a:extLst>
                  <a:ext uri="{FF2B5EF4-FFF2-40B4-BE49-F238E27FC236}">
                    <a16:creationId xmlns:a16="http://schemas.microsoft.com/office/drawing/2014/main" id="{E79E6A0D-4D79-4788-8769-B989488019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8" name="Freeform 13">
                <a:extLst>
                  <a:ext uri="{FF2B5EF4-FFF2-40B4-BE49-F238E27FC236}">
                    <a16:creationId xmlns:a16="http://schemas.microsoft.com/office/drawing/2014/main" id="{A6F42038-BF59-409A-902B-AD7799149A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9" name="Freeform 14">
                <a:extLst>
                  <a:ext uri="{FF2B5EF4-FFF2-40B4-BE49-F238E27FC236}">
                    <a16:creationId xmlns:a16="http://schemas.microsoft.com/office/drawing/2014/main" id="{D8B0BD48-5982-4C95-A7C8-E0D2306453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0" name="Freeform 15">
                <a:extLst>
                  <a:ext uri="{FF2B5EF4-FFF2-40B4-BE49-F238E27FC236}">
                    <a16:creationId xmlns:a16="http://schemas.microsoft.com/office/drawing/2014/main" id="{F6C539D3-C6BD-4FB0-AA91-5AF1BF14C5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1" name="Line 16">
                <a:extLst>
                  <a:ext uri="{FF2B5EF4-FFF2-40B4-BE49-F238E27FC236}">
                    <a16:creationId xmlns:a16="http://schemas.microsoft.com/office/drawing/2014/main" id="{34F70AD6-B8F4-4F9D-8593-D4047107BD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2" name="Freeform 17">
                <a:extLst>
                  <a:ext uri="{FF2B5EF4-FFF2-40B4-BE49-F238E27FC236}">
                    <a16:creationId xmlns:a16="http://schemas.microsoft.com/office/drawing/2014/main" id="{51EAB0E0-5DE2-4906-80B0-211A624789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3" name="Freeform 18">
                <a:extLst>
                  <a:ext uri="{FF2B5EF4-FFF2-40B4-BE49-F238E27FC236}">
                    <a16:creationId xmlns:a16="http://schemas.microsoft.com/office/drawing/2014/main" id="{38E8B65E-526B-458D-85A5-21C0A1A74F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4" name="Freeform 19">
                <a:extLst>
                  <a:ext uri="{FF2B5EF4-FFF2-40B4-BE49-F238E27FC236}">
                    <a16:creationId xmlns:a16="http://schemas.microsoft.com/office/drawing/2014/main" id="{CCE331A2-5388-42F4-A175-69310C1BEF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5" name="Freeform 20">
                <a:extLst>
                  <a:ext uri="{FF2B5EF4-FFF2-40B4-BE49-F238E27FC236}">
                    <a16:creationId xmlns:a16="http://schemas.microsoft.com/office/drawing/2014/main" id="{4E758D69-ACA2-4888-84BB-B05B1FAF2A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6" name="Rectangle 21">
                <a:extLst>
                  <a:ext uri="{FF2B5EF4-FFF2-40B4-BE49-F238E27FC236}">
                    <a16:creationId xmlns:a16="http://schemas.microsoft.com/office/drawing/2014/main" id="{078AAA22-796B-4F0E-85DA-B8B0E81115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7" name="Freeform 22">
                <a:extLst>
                  <a:ext uri="{FF2B5EF4-FFF2-40B4-BE49-F238E27FC236}">
                    <a16:creationId xmlns:a16="http://schemas.microsoft.com/office/drawing/2014/main" id="{D1254A9A-3E31-4A25-9A91-F9BC6CF6A3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8" name="Freeform 23">
                <a:extLst>
                  <a:ext uri="{FF2B5EF4-FFF2-40B4-BE49-F238E27FC236}">
                    <a16:creationId xmlns:a16="http://schemas.microsoft.com/office/drawing/2014/main" id="{18CADB3C-936C-476A-A261-28DD5ABA73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9" name="Freeform 24">
                <a:extLst>
                  <a:ext uri="{FF2B5EF4-FFF2-40B4-BE49-F238E27FC236}">
                    <a16:creationId xmlns:a16="http://schemas.microsoft.com/office/drawing/2014/main" id="{771961D1-28D7-4CC1-A720-2933E8B913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50" name="Freeform 25">
                <a:extLst>
                  <a:ext uri="{FF2B5EF4-FFF2-40B4-BE49-F238E27FC236}">
                    <a16:creationId xmlns:a16="http://schemas.microsoft.com/office/drawing/2014/main" id="{E7B8B616-B89E-4A1C-98DE-13B8B93947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51" name="Freeform 26">
                <a:extLst>
                  <a:ext uri="{FF2B5EF4-FFF2-40B4-BE49-F238E27FC236}">
                    <a16:creationId xmlns:a16="http://schemas.microsoft.com/office/drawing/2014/main" id="{5D6CC1A1-D003-44BA-87E4-B3A7F3D300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52" name="Freeform 27">
                <a:extLst>
                  <a:ext uri="{FF2B5EF4-FFF2-40B4-BE49-F238E27FC236}">
                    <a16:creationId xmlns:a16="http://schemas.microsoft.com/office/drawing/2014/main" id="{FF32749B-B34C-4FCB-A33A-0478844A93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53" name="Freeform 28">
                <a:extLst>
                  <a:ext uri="{FF2B5EF4-FFF2-40B4-BE49-F238E27FC236}">
                    <a16:creationId xmlns:a16="http://schemas.microsoft.com/office/drawing/2014/main" id="{4455F261-AC57-4085-8989-4DBED747F1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54" name="Freeform 29">
                <a:extLst>
                  <a:ext uri="{FF2B5EF4-FFF2-40B4-BE49-F238E27FC236}">
                    <a16:creationId xmlns:a16="http://schemas.microsoft.com/office/drawing/2014/main" id="{57CEA90D-DB58-4EC0-A55C-15FAF59E04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55" name="Freeform 30">
                <a:extLst>
                  <a:ext uri="{FF2B5EF4-FFF2-40B4-BE49-F238E27FC236}">
                    <a16:creationId xmlns:a16="http://schemas.microsoft.com/office/drawing/2014/main" id="{66BBB005-2E38-496A-A46C-FD2B0605C1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56" name="Freeform 31">
                <a:extLst>
                  <a:ext uri="{FF2B5EF4-FFF2-40B4-BE49-F238E27FC236}">
                    <a16:creationId xmlns:a16="http://schemas.microsoft.com/office/drawing/2014/main" id="{E1A7618C-DE9D-401A-AD7A-784F19DA85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E441C57-A0CF-4D49-9609-55CB4646B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0" name="Freeform 32">
                <a:extLst>
                  <a:ext uri="{FF2B5EF4-FFF2-40B4-BE49-F238E27FC236}">
                    <a16:creationId xmlns:a16="http://schemas.microsoft.com/office/drawing/2014/main" id="{2D3240AD-75B9-452B-9967-D05B40DE5F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1" name="Freeform 33">
                <a:extLst>
                  <a:ext uri="{FF2B5EF4-FFF2-40B4-BE49-F238E27FC236}">
                    <a16:creationId xmlns:a16="http://schemas.microsoft.com/office/drawing/2014/main" id="{6A557EE5-4777-4655-A433-05006D8410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2" name="Freeform 34">
                <a:extLst>
                  <a:ext uri="{FF2B5EF4-FFF2-40B4-BE49-F238E27FC236}">
                    <a16:creationId xmlns:a16="http://schemas.microsoft.com/office/drawing/2014/main" id="{6B721B6E-8FF2-470B-A180-C594E82718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3" name="Freeform 35">
                <a:extLst>
                  <a:ext uri="{FF2B5EF4-FFF2-40B4-BE49-F238E27FC236}">
                    <a16:creationId xmlns:a16="http://schemas.microsoft.com/office/drawing/2014/main" id="{23E045A6-2D54-488D-B5F0-6885184308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4" name="Freeform 36">
                <a:extLst>
                  <a:ext uri="{FF2B5EF4-FFF2-40B4-BE49-F238E27FC236}">
                    <a16:creationId xmlns:a16="http://schemas.microsoft.com/office/drawing/2014/main" id="{2A4F07ED-57C7-4FF7-ABF8-793FC03A24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5" name="Freeform 37">
                <a:extLst>
                  <a:ext uri="{FF2B5EF4-FFF2-40B4-BE49-F238E27FC236}">
                    <a16:creationId xmlns:a16="http://schemas.microsoft.com/office/drawing/2014/main" id="{8829D0E6-D04F-4297-A784-6837F13ECA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6" name="Freeform 38">
                <a:extLst>
                  <a:ext uri="{FF2B5EF4-FFF2-40B4-BE49-F238E27FC236}">
                    <a16:creationId xmlns:a16="http://schemas.microsoft.com/office/drawing/2014/main" id="{9477D3D3-AA00-446F-B05D-EBBA25D3C9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7" name="Freeform 39">
                <a:extLst>
                  <a:ext uri="{FF2B5EF4-FFF2-40B4-BE49-F238E27FC236}">
                    <a16:creationId xmlns:a16="http://schemas.microsoft.com/office/drawing/2014/main" id="{5AC450AD-A350-42FA-B7EA-103D4416B4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8" name="Freeform 40">
                <a:extLst>
                  <a:ext uri="{FF2B5EF4-FFF2-40B4-BE49-F238E27FC236}">
                    <a16:creationId xmlns:a16="http://schemas.microsoft.com/office/drawing/2014/main" id="{A10F783A-EC27-47BE-A21D-3531A036FA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9" name="Rectangle 41">
                <a:extLst>
                  <a:ext uri="{FF2B5EF4-FFF2-40B4-BE49-F238E27FC236}">
                    <a16:creationId xmlns:a16="http://schemas.microsoft.com/office/drawing/2014/main" id="{A2CBE444-D00C-4C80-9F29-42A250C500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</p:grpSp>
      </p:grpSp>
      <p:pic>
        <p:nvPicPr>
          <p:cNvPr id="58" name="Picture 2">
            <a:extLst>
              <a:ext uri="{FF2B5EF4-FFF2-40B4-BE49-F238E27FC236}">
                <a16:creationId xmlns:a16="http://schemas.microsoft.com/office/drawing/2014/main" id="{705E34FB-F15B-4B97-A591-8EE92E5FA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Round Diagonal Corner Rectangle 6">
            <a:extLst>
              <a:ext uri="{FF2B5EF4-FFF2-40B4-BE49-F238E27FC236}">
                <a16:creationId xmlns:a16="http://schemas.microsoft.com/office/drawing/2014/main" id="{1E43660D-412A-41EF-9745-E92C0AC60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5408" y="808057"/>
            <a:ext cx="7670799" cy="5234394"/>
          </a:xfrm>
          <a:prstGeom prst="round2DiagRect">
            <a:avLst>
              <a:gd name="adj1" fmla="val 6185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5B25E40-4ABC-A56C-DD54-EA50FE49CC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80" r="-3" b="16541"/>
          <a:stretch>
            <a:fillRect/>
          </a:stretch>
        </p:blipFill>
        <p:spPr>
          <a:xfrm>
            <a:off x="976708" y="1136606"/>
            <a:ext cx="7188199" cy="4577297"/>
          </a:xfrm>
          <a:prstGeom prst="rect">
            <a:avLst/>
          </a:prstGeom>
          <a:noFill/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C5D84583-E53C-BE56-59C1-353FD121927A}"/>
              </a:ext>
            </a:extLst>
          </p:cNvPr>
          <p:cNvSpPr txBox="1"/>
          <p:nvPr/>
        </p:nvSpPr>
        <p:spPr>
          <a:xfrm>
            <a:off x="1064920" y="5192067"/>
            <a:ext cx="34291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Autoria: Manoel S. Barata</a:t>
            </a:r>
            <a:endParaRPr lang="pt-PT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620959540"/>
              </p:ext>
            </p:extLst>
          </p:nvPr>
        </p:nvGraphicFramePr>
        <p:xfrm>
          <a:off x="-576572" y="440668"/>
          <a:ext cx="10297144" cy="5976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Imagem 7" descr="Uma imagem com Cara humana, sorrir, pessoa, vestuário&#10;&#10;Os conteúdos gerados por IA podem estar incorretos.">
            <a:extLst>
              <a:ext uri="{FF2B5EF4-FFF2-40B4-BE49-F238E27FC236}">
                <a16:creationId xmlns:a16="http://schemas.microsoft.com/office/drawing/2014/main" id="{636EE236-77ED-07F8-372D-C80DFC24C49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294" y="2409254"/>
            <a:ext cx="1571411" cy="203949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95" name="Group 5194">
            <a:extLst>
              <a:ext uri="{FF2B5EF4-FFF2-40B4-BE49-F238E27FC236}">
                <a16:creationId xmlns:a16="http://schemas.microsoft.com/office/drawing/2014/main" id="{74872A0B-8668-4500-9509-EAA581B26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4002" cy="6858001"/>
            <a:chOff x="0" y="-1"/>
            <a:chExt cx="12192003" cy="6858001"/>
          </a:xfrm>
        </p:grpSpPr>
        <p:sp useBgFill="1">
          <p:nvSpPr>
            <p:cNvPr id="5196" name="Rectangle 5195">
              <a:extLst>
                <a:ext uri="{FF2B5EF4-FFF2-40B4-BE49-F238E27FC236}">
                  <a16:creationId xmlns:a16="http://schemas.microsoft.com/office/drawing/2014/main" id="{8B504305-5526-408E-85F7-F0BA7E527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197" name="Picture 2">
              <a:extLst>
                <a:ext uri="{FF2B5EF4-FFF2-40B4-BE49-F238E27FC236}">
                  <a16:creationId xmlns:a16="http://schemas.microsoft.com/office/drawing/2014/main" id="{5827CE64-2533-45A6-9A39-7D5052E5C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126" name="Rectangle 6"/>
          <p:cNvSpPr>
            <a:spLocks noGrp="1" noChangeArrowheads="1"/>
          </p:cNvSpPr>
          <p:nvPr>
            <p:ph type="title"/>
          </p:nvPr>
        </p:nvSpPr>
        <p:spPr>
          <a:xfrm>
            <a:off x="4862368" y="164003"/>
            <a:ext cx="3449239" cy="1478570"/>
          </a:xfrm>
        </p:spPr>
        <p:txBody>
          <a:bodyPr>
            <a:normAutofit/>
          </a:bodyPr>
          <a:lstStyle/>
          <a:p>
            <a:r>
              <a:rPr lang="en-US" b="1" dirty="0"/>
              <a:t>Produto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747F76B-8FED-78B7-278D-0E848B6053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5" r="7646"/>
          <a:stretch>
            <a:fillRect/>
          </a:stretch>
        </p:blipFill>
        <p:spPr>
          <a:xfrm>
            <a:off x="-4197" y="10"/>
            <a:ext cx="4576197" cy="6857990"/>
          </a:xfrm>
          <a:prstGeom prst="rect">
            <a:avLst/>
          </a:prstGeom>
        </p:spPr>
      </p:pic>
      <p:grpSp>
        <p:nvGrpSpPr>
          <p:cNvPr id="5199" name="Group 5198">
            <a:extLst>
              <a:ext uri="{FF2B5EF4-FFF2-40B4-BE49-F238E27FC236}">
                <a16:creationId xmlns:a16="http://schemas.microsoft.com/office/drawing/2014/main" id="{240590EE-5428-41AA-95B2-96FCC1CE6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5200" name="Rectangle 5199">
              <a:extLst>
                <a:ext uri="{FF2B5EF4-FFF2-40B4-BE49-F238E27FC236}">
                  <a16:creationId xmlns:a16="http://schemas.microsoft.com/office/drawing/2014/main" id="{494DCC55-99C6-45CF-B357-E3848C809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1" name="Freeform 6">
              <a:extLst>
                <a:ext uri="{FF2B5EF4-FFF2-40B4-BE49-F238E27FC236}">
                  <a16:creationId xmlns:a16="http://schemas.microsoft.com/office/drawing/2014/main" id="{63D64E32-FF0C-4665-B9D8-D1ECAAE5BA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2" name="Freeform 7">
              <a:extLst>
                <a:ext uri="{FF2B5EF4-FFF2-40B4-BE49-F238E27FC236}">
                  <a16:creationId xmlns:a16="http://schemas.microsoft.com/office/drawing/2014/main" id="{3675001D-3840-4589-8190-505A7F52F0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3" name="Rectangle 5202">
              <a:extLst>
                <a:ext uri="{FF2B5EF4-FFF2-40B4-BE49-F238E27FC236}">
                  <a16:creationId xmlns:a16="http://schemas.microsoft.com/office/drawing/2014/main" id="{19E34E87-395F-4023-A80E-D1CBAAEBD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4" name="Freeform 9">
              <a:extLst>
                <a:ext uri="{FF2B5EF4-FFF2-40B4-BE49-F238E27FC236}">
                  <a16:creationId xmlns:a16="http://schemas.microsoft.com/office/drawing/2014/main" id="{6FB1B38F-1B92-41C3-AA1D-6D6440FB0D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5" name="Freeform 10">
              <a:extLst>
                <a:ext uri="{FF2B5EF4-FFF2-40B4-BE49-F238E27FC236}">
                  <a16:creationId xmlns:a16="http://schemas.microsoft.com/office/drawing/2014/main" id="{02FBE453-FBD2-4348-8DDA-4A023444E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6" name="Freeform 11">
              <a:extLst>
                <a:ext uri="{FF2B5EF4-FFF2-40B4-BE49-F238E27FC236}">
                  <a16:creationId xmlns:a16="http://schemas.microsoft.com/office/drawing/2014/main" id="{60D719E8-BF78-4F42-B9D1-7F5E02A3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7" name="Freeform 12">
              <a:extLst>
                <a:ext uri="{FF2B5EF4-FFF2-40B4-BE49-F238E27FC236}">
                  <a16:creationId xmlns:a16="http://schemas.microsoft.com/office/drawing/2014/main" id="{5EC70737-9C19-4CF5-84DA-B22A960D5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8" name="Freeform 13">
              <a:extLst>
                <a:ext uri="{FF2B5EF4-FFF2-40B4-BE49-F238E27FC236}">
                  <a16:creationId xmlns:a16="http://schemas.microsoft.com/office/drawing/2014/main" id="{88FD042E-E56E-4360-9620-F811AB9A3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9" name="Freeform 14">
              <a:extLst>
                <a:ext uri="{FF2B5EF4-FFF2-40B4-BE49-F238E27FC236}">
                  <a16:creationId xmlns:a16="http://schemas.microsoft.com/office/drawing/2014/main" id="{18F15D2B-0812-46F6-B0F4-6A6714B54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0" name="Freeform 15">
              <a:extLst>
                <a:ext uri="{FF2B5EF4-FFF2-40B4-BE49-F238E27FC236}">
                  <a16:creationId xmlns:a16="http://schemas.microsoft.com/office/drawing/2014/main" id="{0C2F2A50-98DD-4F92-BDFE-B72E23576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1" name="Freeform 16">
              <a:extLst>
                <a:ext uri="{FF2B5EF4-FFF2-40B4-BE49-F238E27FC236}">
                  <a16:creationId xmlns:a16="http://schemas.microsoft.com/office/drawing/2014/main" id="{473541D9-6DAE-4718-97D4-8952F4E7C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2" name="Freeform 17">
              <a:extLst>
                <a:ext uri="{FF2B5EF4-FFF2-40B4-BE49-F238E27FC236}">
                  <a16:creationId xmlns:a16="http://schemas.microsoft.com/office/drawing/2014/main" id="{3A56C5E9-011C-44D2-AF94-3BF542043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3" name="Freeform 18">
              <a:extLst>
                <a:ext uri="{FF2B5EF4-FFF2-40B4-BE49-F238E27FC236}">
                  <a16:creationId xmlns:a16="http://schemas.microsoft.com/office/drawing/2014/main" id="{CD279E0E-1CD5-4F41-96A5-3A09707E8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4" name="Freeform 19">
              <a:extLst>
                <a:ext uri="{FF2B5EF4-FFF2-40B4-BE49-F238E27FC236}">
                  <a16:creationId xmlns:a16="http://schemas.microsoft.com/office/drawing/2014/main" id="{F5A6F094-9E54-4985-8738-D2067A4F0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5" name="Freeform 20">
              <a:extLst>
                <a:ext uri="{FF2B5EF4-FFF2-40B4-BE49-F238E27FC236}">
                  <a16:creationId xmlns:a16="http://schemas.microsoft.com/office/drawing/2014/main" id="{99D51F59-FA93-490E-B9CF-97BB63747C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6" name="Freeform 21">
              <a:extLst>
                <a:ext uri="{FF2B5EF4-FFF2-40B4-BE49-F238E27FC236}">
                  <a16:creationId xmlns:a16="http://schemas.microsoft.com/office/drawing/2014/main" id="{3CD83DC6-F4A0-4A4D-AAC3-83983F960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7" name="Freeform 22">
              <a:extLst>
                <a:ext uri="{FF2B5EF4-FFF2-40B4-BE49-F238E27FC236}">
                  <a16:creationId xmlns:a16="http://schemas.microsoft.com/office/drawing/2014/main" id="{6E9B4028-C74F-4631-8312-68B30E6E6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8" name="Freeform 23">
              <a:extLst>
                <a:ext uri="{FF2B5EF4-FFF2-40B4-BE49-F238E27FC236}">
                  <a16:creationId xmlns:a16="http://schemas.microsoft.com/office/drawing/2014/main" id="{1E3337C9-1DDE-4E2E-8519-7D2C23C95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9" name="Freeform 24">
              <a:extLst>
                <a:ext uri="{FF2B5EF4-FFF2-40B4-BE49-F238E27FC236}">
                  <a16:creationId xmlns:a16="http://schemas.microsoft.com/office/drawing/2014/main" id="{754A526E-6EC0-458A-9C4C-008F6749C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0" name="Freeform 25">
              <a:extLst>
                <a:ext uri="{FF2B5EF4-FFF2-40B4-BE49-F238E27FC236}">
                  <a16:creationId xmlns:a16="http://schemas.microsoft.com/office/drawing/2014/main" id="{6A3DA723-7448-48CF-8BD2-FED2D4FED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1" name="Freeform 26">
              <a:extLst>
                <a:ext uri="{FF2B5EF4-FFF2-40B4-BE49-F238E27FC236}">
                  <a16:creationId xmlns:a16="http://schemas.microsoft.com/office/drawing/2014/main" id="{9B506EC1-D8A8-4532-B78B-A236567EE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2" name="Freeform 27">
              <a:extLst>
                <a:ext uri="{FF2B5EF4-FFF2-40B4-BE49-F238E27FC236}">
                  <a16:creationId xmlns:a16="http://schemas.microsoft.com/office/drawing/2014/main" id="{AA9DFB36-74F4-4977-ABC5-3257EDA33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3" name="Freeform 28">
              <a:extLst>
                <a:ext uri="{FF2B5EF4-FFF2-40B4-BE49-F238E27FC236}">
                  <a16:creationId xmlns:a16="http://schemas.microsoft.com/office/drawing/2014/main" id="{966A7FBA-BB79-4AF0-90C2-5F2BC9F2D1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4" name="Freeform 29">
              <a:extLst>
                <a:ext uri="{FF2B5EF4-FFF2-40B4-BE49-F238E27FC236}">
                  <a16:creationId xmlns:a16="http://schemas.microsoft.com/office/drawing/2014/main" id="{23BB8A47-FF1B-44E5-8D93-7ADF37F1D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5" name="Freeform 30">
              <a:extLst>
                <a:ext uri="{FF2B5EF4-FFF2-40B4-BE49-F238E27FC236}">
                  <a16:creationId xmlns:a16="http://schemas.microsoft.com/office/drawing/2014/main" id="{E463E1B7-7BED-4425-95B7-F6F75F8733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6" name="Freeform 31">
              <a:extLst>
                <a:ext uri="{FF2B5EF4-FFF2-40B4-BE49-F238E27FC236}">
                  <a16:creationId xmlns:a16="http://schemas.microsoft.com/office/drawing/2014/main" id="{749D0675-4397-4610-9807-2F7C1CC942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7" name="Freeform 32">
              <a:extLst>
                <a:ext uri="{FF2B5EF4-FFF2-40B4-BE49-F238E27FC236}">
                  <a16:creationId xmlns:a16="http://schemas.microsoft.com/office/drawing/2014/main" id="{DE7617CF-8919-43C3-9557-08D67C7DA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8" name="Rectangle 5227">
              <a:extLst>
                <a:ext uri="{FF2B5EF4-FFF2-40B4-BE49-F238E27FC236}">
                  <a16:creationId xmlns:a16="http://schemas.microsoft.com/office/drawing/2014/main" id="{3DB68720-7E37-4930-9900-8632140D6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9" name="Freeform 34">
              <a:extLst>
                <a:ext uri="{FF2B5EF4-FFF2-40B4-BE49-F238E27FC236}">
                  <a16:creationId xmlns:a16="http://schemas.microsoft.com/office/drawing/2014/main" id="{202F13DF-5B76-468E-A95E-80780788B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30" name="Freeform 35">
              <a:extLst>
                <a:ext uri="{FF2B5EF4-FFF2-40B4-BE49-F238E27FC236}">
                  <a16:creationId xmlns:a16="http://schemas.microsoft.com/office/drawing/2014/main" id="{219143C2-6062-4C2C-9563-6534108E35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31" name="Freeform 36">
              <a:extLst>
                <a:ext uri="{FF2B5EF4-FFF2-40B4-BE49-F238E27FC236}">
                  <a16:creationId xmlns:a16="http://schemas.microsoft.com/office/drawing/2014/main" id="{38413A0C-26DB-479B-B747-1D8136100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32" name="Freeform 37">
              <a:extLst>
                <a:ext uri="{FF2B5EF4-FFF2-40B4-BE49-F238E27FC236}">
                  <a16:creationId xmlns:a16="http://schemas.microsoft.com/office/drawing/2014/main" id="{CB526B5F-4FAA-4B4C-8AF8-B98EC74A3D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33" name="Freeform 38">
              <a:extLst>
                <a:ext uri="{FF2B5EF4-FFF2-40B4-BE49-F238E27FC236}">
                  <a16:creationId xmlns:a16="http://schemas.microsoft.com/office/drawing/2014/main" id="{54FFF88E-6D69-4AE9-8378-D16419155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34" name="Freeform 39">
              <a:extLst>
                <a:ext uri="{FF2B5EF4-FFF2-40B4-BE49-F238E27FC236}">
                  <a16:creationId xmlns:a16="http://schemas.microsoft.com/office/drawing/2014/main" id="{8008115A-CE00-4E36-BAF1-B511F21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35" name="Freeform 40">
              <a:extLst>
                <a:ext uri="{FF2B5EF4-FFF2-40B4-BE49-F238E27FC236}">
                  <a16:creationId xmlns:a16="http://schemas.microsoft.com/office/drawing/2014/main" id="{2935DB29-6F85-47D8-863C-11386389D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36" name="Freeform 41">
              <a:extLst>
                <a:ext uri="{FF2B5EF4-FFF2-40B4-BE49-F238E27FC236}">
                  <a16:creationId xmlns:a16="http://schemas.microsoft.com/office/drawing/2014/main" id="{4FB8E51B-1AC1-4671-B181-473C29BECD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37" name="Freeform 42">
              <a:extLst>
                <a:ext uri="{FF2B5EF4-FFF2-40B4-BE49-F238E27FC236}">
                  <a16:creationId xmlns:a16="http://schemas.microsoft.com/office/drawing/2014/main" id="{91E6AE4F-959F-4ED7-A199-8C0307E40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38" name="Freeform 43">
              <a:extLst>
                <a:ext uri="{FF2B5EF4-FFF2-40B4-BE49-F238E27FC236}">
                  <a16:creationId xmlns:a16="http://schemas.microsoft.com/office/drawing/2014/main" id="{A0445E55-0009-44A5-AA6A-350D9D48A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39" name="Freeform 44">
              <a:extLst>
                <a:ext uri="{FF2B5EF4-FFF2-40B4-BE49-F238E27FC236}">
                  <a16:creationId xmlns:a16="http://schemas.microsoft.com/office/drawing/2014/main" id="{B5291C75-4ECA-4829-B824-5725C3290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40" name="Rectangle 5239">
              <a:extLst>
                <a:ext uri="{FF2B5EF4-FFF2-40B4-BE49-F238E27FC236}">
                  <a16:creationId xmlns:a16="http://schemas.microsoft.com/office/drawing/2014/main" id="{6793376D-3E7C-4F04-8BC8-EC4820622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41" name="Freeform 46">
              <a:extLst>
                <a:ext uri="{FF2B5EF4-FFF2-40B4-BE49-F238E27FC236}">
                  <a16:creationId xmlns:a16="http://schemas.microsoft.com/office/drawing/2014/main" id="{3596510A-5528-445D-AFEA-6E3F89BA8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42" name="Freeform 47">
              <a:extLst>
                <a:ext uri="{FF2B5EF4-FFF2-40B4-BE49-F238E27FC236}">
                  <a16:creationId xmlns:a16="http://schemas.microsoft.com/office/drawing/2014/main" id="{E1B69479-D8C9-4E2E-A931-4D49C4FD7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43" name="Freeform 48">
              <a:extLst>
                <a:ext uri="{FF2B5EF4-FFF2-40B4-BE49-F238E27FC236}">
                  <a16:creationId xmlns:a16="http://schemas.microsoft.com/office/drawing/2014/main" id="{0A759A2E-A8B1-44C8-B3F9-A16714C89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44" name="Freeform 49">
              <a:extLst>
                <a:ext uri="{FF2B5EF4-FFF2-40B4-BE49-F238E27FC236}">
                  <a16:creationId xmlns:a16="http://schemas.microsoft.com/office/drawing/2014/main" id="{6C2B3B3C-1DC9-4352-BB73-801976C8F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45" name="Freeform 50">
              <a:extLst>
                <a:ext uri="{FF2B5EF4-FFF2-40B4-BE49-F238E27FC236}">
                  <a16:creationId xmlns:a16="http://schemas.microsoft.com/office/drawing/2014/main" id="{EE22E3A8-5789-4189-9AC7-98D6826B0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46" name="Freeform 51">
              <a:extLst>
                <a:ext uri="{FF2B5EF4-FFF2-40B4-BE49-F238E27FC236}">
                  <a16:creationId xmlns:a16="http://schemas.microsoft.com/office/drawing/2014/main" id="{9AC0FC74-D003-4D0D-9CAF-F6A03739E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47" name="Freeform 52">
              <a:extLst>
                <a:ext uri="{FF2B5EF4-FFF2-40B4-BE49-F238E27FC236}">
                  <a16:creationId xmlns:a16="http://schemas.microsoft.com/office/drawing/2014/main" id="{126C2057-02E1-4348-ABEB-EAC063A17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48" name="Freeform 53">
              <a:extLst>
                <a:ext uri="{FF2B5EF4-FFF2-40B4-BE49-F238E27FC236}">
                  <a16:creationId xmlns:a16="http://schemas.microsoft.com/office/drawing/2014/main" id="{5150586D-D743-4392-844F-F2AFCCE64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49" name="Freeform 54">
              <a:extLst>
                <a:ext uri="{FF2B5EF4-FFF2-40B4-BE49-F238E27FC236}">
                  <a16:creationId xmlns:a16="http://schemas.microsoft.com/office/drawing/2014/main" id="{9E5B157A-534E-4879-8013-D02864E76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50" name="Freeform 55">
              <a:extLst>
                <a:ext uri="{FF2B5EF4-FFF2-40B4-BE49-F238E27FC236}">
                  <a16:creationId xmlns:a16="http://schemas.microsoft.com/office/drawing/2014/main" id="{CEE2DD73-7E8C-4F26-8E93-8C32D11B2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51" name="Freeform 56">
              <a:extLst>
                <a:ext uri="{FF2B5EF4-FFF2-40B4-BE49-F238E27FC236}">
                  <a16:creationId xmlns:a16="http://schemas.microsoft.com/office/drawing/2014/main" id="{908CAC5F-DD8E-4A58-BD4C-6D8D29FA49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52" name="Freeform 57">
              <a:extLst>
                <a:ext uri="{FF2B5EF4-FFF2-40B4-BE49-F238E27FC236}">
                  <a16:creationId xmlns:a16="http://schemas.microsoft.com/office/drawing/2014/main" id="{20F130CF-281E-408C-9884-5F8B22CA1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53" name="Freeform 58">
              <a:extLst>
                <a:ext uri="{FF2B5EF4-FFF2-40B4-BE49-F238E27FC236}">
                  <a16:creationId xmlns:a16="http://schemas.microsoft.com/office/drawing/2014/main" id="{3BC78068-9115-4D5D-9B2B-6F9BD9C296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5127" name="Rectangle 7"/>
          <p:cNvSpPr>
            <a:spLocks noGrp="1" noChangeArrowheads="1"/>
          </p:cNvSpPr>
          <p:nvPr>
            <p:ph idx="1"/>
          </p:nvPr>
        </p:nvSpPr>
        <p:spPr>
          <a:xfrm>
            <a:off x="4821242" y="1468438"/>
            <a:ext cx="3776256" cy="3541714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pt-BR" sz="2000" dirty="0"/>
              <a:t>Versão beta de app – OER: Biosciences – realiza a curadoria de conteúdo, permite a professores e estudantes, selecionar seus favoritos e partilhar entre seus pares: biologia celular, bioquímica, fisiologia, microbiologia, etc.; Recursos Educacionais Abertos – correspondente a artigos, vídeos, simuladores, MOOC, bancos de imagens/microscopia, dentre outros.</a:t>
            </a:r>
            <a:endParaRPr lang="en-US" sz="2000"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4602BB-292D-52FE-6008-85FEDA599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95" name="Rectangle 5194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97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6" name="Rectangle 6">
            <a:extLst>
              <a:ext uri="{FF2B5EF4-FFF2-40B4-BE49-F238E27FC236}">
                <a16:creationId xmlns:a16="http://schemas.microsoft.com/office/drawing/2014/main" id="{E8238779-B8AE-5C56-AC75-98B7AD79C8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7561" y="-57757"/>
            <a:ext cx="3344465" cy="1478570"/>
          </a:xfrm>
        </p:spPr>
        <p:txBody>
          <a:bodyPr>
            <a:normAutofit/>
          </a:bodyPr>
          <a:lstStyle/>
          <a:p>
            <a:r>
              <a:rPr lang="en-US" sz="2800" b="1" dirty="0"/>
              <a:t>Preço</a:t>
            </a:r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3822A519-0AEB-341D-010D-1B6BDE8D55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94726" y="1073944"/>
            <a:ext cx="4034715" cy="3965046"/>
          </a:xfrm>
        </p:spPr>
        <p:txBody>
          <a:bodyPr>
            <a:noAutofit/>
          </a:bodyPr>
          <a:lstStyle/>
          <a:p>
            <a:r>
              <a:rPr lang="pt-BR" sz="2000" dirty="0"/>
              <a:t>Versão beta de app – OER: Biosciences – Versão Gratuita.</a:t>
            </a:r>
            <a:br>
              <a:rPr lang="pt-BR" sz="2000" dirty="0"/>
            </a:br>
            <a:r>
              <a:rPr lang="pt-BR" sz="2000" dirty="0"/>
              <a:t>Com receita auferida por impressões ou cliques nos anúncios). Em média global, apps de anúncios geram US$ 0,50 a US$ 2 por 1.000 visualizações de anúncios (eCPM).</a:t>
            </a:r>
          </a:p>
          <a:p>
            <a:r>
              <a:rPr lang="pt-BR" sz="2000" dirty="0"/>
              <a:t>Versão com recursos avançados:</a:t>
            </a:r>
            <a:br>
              <a:rPr lang="pt-BR" sz="2000" dirty="0"/>
            </a:br>
            <a:r>
              <a:rPr lang="pt-BR" sz="2000" b="1" dirty="0"/>
              <a:t>Ex.: </a:t>
            </a:r>
            <a:r>
              <a:rPr lang="pt-BR" sz="2000" dirty="0"/>
              <a:t>US$ 4,99 /mês para usar recursos avançados e atualizações. Google cobra 15% mensalmente, desde o início, receita depende de retenção dos assinantes.</a:t>
            </a:r>
            <a:endParaRPr lang="en-US" sz="20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B0B7A61-3448-3D1D-4A89-7FDC4C5FB5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5" r="7646"/>
          <a:stretch>
            <a:fillRect/>
          </a:stretch>
        </p:blipFill>
        <p:spPr>
          <a:xfrm>
            <a:off x="4814585" y="0"/>
            <a:ext cx="4325066" cy="6843713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5199" name="Group 5198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5200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1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2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3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4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5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6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7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8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9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0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1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212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3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4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5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6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7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8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9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0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1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2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3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4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5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6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275135067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487713-A555-B7CC-80F1-1F316E7EE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95" name="Group 5194">
            <a:extLst>
              <a:ext uri="{FF2B5EF4-FFF2-40B4-BE49-F238E27FC236}">
                <a16:creationId xmlns:a16="http://schemas.microsoft.com/office/drawing/2014/main" id="{A7241BEC-4D48-72D5-6057-F4E469CF5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4002" cy="6858001"/>
            <a:chOff x="0" y="-1"/>
            <a:chExt cx="12192003" cy="6858001"/>
          </a:xfrm>
        </p:grpSpPr>
        <p:sp useBgFill="1">
          <p:nvSpPr>
            <p:cNvPr id="5196" name="Rectangle 5195">
              <a:extLst>
                <a:ext uri="{FF2B5EF4-FFF2-40B4-BE49-F238E27FC236}">
                  <a16:creationId xmlns:a16="http://schemas.microsoft.com/office/drawing/2014/main" id="{5B648733-E72F-FE9C-E3EF-422449047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197" name="Picture 2">
              <a:extLst>
                <a:ext uri="{FF2B5EF4-FFF2-40B4-BE49-F238E27FC236}">
                  <a16:creationId xmlns:a16="http://schemas.microsoft.com/office/drawing/2014/main" id="{040199C4-1948-E563-A664-ED6224CD4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126" name="Rectangle 6">
            <a:extLst>
              <a:ext uri="{FF2B5EF4-FFF2-40B4-BE49-F238E27FC236}">
                <a16:creationId xmlns:a16="http://schemas.microsoft.com/office/drawing/2014/main" id="{F4D248A7-6117-3BBC-6883-7A576872A1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98784" y="142268"/>
            <a:ext cx="3449239" cy="1478570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Praça (distribuição)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F992052-2CB7-8A09-015B-459CA0A18A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5" r="7646"/>
          <a:stretch>
            <a:fillRect/>
          </a:stretch>
        </p:blipFill>
        <p:spPr>
          <a:xfrm>
            <a:off x="-4197" y="10"/>
            <a:ext cx="4576197" cy="6857990"/>
          </a:xfrm>
          <a:prstGeom prst="rect">
            <a:avLst/>
          </a:prstGeom>
        </p:spPr>
      </p:pic>
      <p:grpSp>
        <p:nvGrpSpPr>
          <p:cNvPr id="5199" name="Group 5198">
            <a:extLst>
              <a:ext uri="{FF2B5EF4-FFF2-40B4-BE49-F238E27FC236}">
                <a16:creationId xmlns:a16="http://schemas.microsoft.com/office/drawing/2014/main" id="{EAFDFA1C-1CB0-5056-A5B2-E8A54DFC7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5200" name="Rectangle 5199">
              <a:extLst>
                <a:ext uri="{FF2B5EF4-FFF2-40B4-BE49-F238E27FC236}">
                  <a16:creationId xmlns:a16="http://schemas.microsoft.com/office/drawing/2014/main" id="{EA03F25E-FF4B-7BE4-02B8-89705C6B00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1" name="Freeform 6">
              <a:extLst>
                <a:ext uri="{FF2B5EF4-FFF2-40B4-BE49-F238E27FC236}">
                  <a16:creationId xmlns:a16="http://schemas.microsoft.com/office/drawing/2014/main" id="{0DA9A1CA-B770-C43F-0E5D-6F3ABE12C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2" name="Freeform 7">
              <a:extLst>
                <a:ext uri="{FF2B5EF4-FFF2-40B4-BE49-F238E27FC236}">
                  <a16:creationId xmlns:a16="http://schemas.microsoft.com/office/drawing/2014/main" id="{F4D906F6-B43E-BFC3-E154-9BE659EC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3" name="Rectangle 5202">
              <a:extLst>
                <a:ext uri="{FF2B5EF4-FFF2-40B4-BE49-F238E27FC236}">
                  <a16:creationId xmlns:a16="http://schemas.microsoft.com/office/drawing/2014/main" id="{C950700D-706D-E7BF-22E2-821E890B4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4" name="Freeform 9">
              <a:extLst>
                <a:ext uri="{FF2B5EF4-FFF2-40B4-BE49-F238E27FC236}">
                  <a16:creationId xmlns:a16="http://schemas.microsoft.com/office/drawing/2014/main" id="{A3287462-7D40-34F3-BF12-A088310EE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5" name="Freeform 10">
              <a:extLst>
                <a:ext uri="{FF2B5EF4-FFF2-40B4-BE49-F238E27FC236}">
                  <a16:creationId xmlns:a16="http://schemas.microsoft.com/office/drawing/2014/main" id="{05FCB25A-94D7-7BD7-80B7-F8891A14CD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6" name="Freeform 11">
              <a:extLst>
                <a:ext uri="{FF2B5EF4-FFF2-40B4-BE49-F238E27FC236}">
                  <a16:creationId xmlns:a16="http://schemas.microsoft.com/office/drawing/2014/main" id="{E9DB852F-C777-9106-8092-BDC63EF176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7" name="Freeform 12">
              <a:extLst>
                <a:ext uri="{FF2B5EF4-FFF2-40B4-BE49-F238E27FC236}">
                  <a16:creationId xmlns:a16="http://schemas.microsoft.com/office/drawing/2014/main" id="{091E0E3F-DC27-D334-FB91-272586DC7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8" name="Freeform 13">
              <a:extLst>
                <a:ext uri="{FF2B5EF4-FFF2-40B4-BE49-F238E27FC236}">
                  <a16:creationId xmlns:a16="http://schemas.microsoft.com/office/drawing/2014/main" id="{DA80AFC2-57D6-1DDA-9E0F-2EF2E6511A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9" name="Freeform 14">
              <a:extLst>
                <a:ext uri="{FF2B5EF4-FFF2-40B4-BE49-F238E27FC236}">
                  <a16:creationId xmlns:a16="http://schemas.microsoft.com/office/drawing/2014/main" id="{B2427DCA-4116-398C-8859-C8531F28D3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0" name="Freeform 15">
              <a:extLst>
                <a:ext uri="{FF2B5EF4-FFF2-40B4-BE49-F238E27FC236}">
                  <a16:creationId xmlns:a16="http://schemas.microsoft.com/office/drawing/2014/main" id="{CDB9074A-70A5-8653-1BE3-340A8A15DC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1" name="Freeform 16">
              <a:extLst>
                <a:ext uri="{FF2B5EF4-FFF2-40B4-BE49-F238E27FC236}">
                  <a16:creationId xmlns:a16="http://schemas.microsoft.com/office/drawing/2014/main" id="{077A5ACF-5F79-54E8-F1B9-E09AAACF3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2" name="Freeform 17">
              <a:extLst>
                <a:ext uri="{FF2B5EF4-FFF2-40B4-BE49-F238E27FC236}">
                  <a16:creationId xmlns:a16="http://schemas.microsoft.com/office/drawing/2014/main" id="{96A08691-C4AF-6F85-9E33-C0FF63F12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3" name="Freeform 18">
              <a:extLst>
                <a:ext uri="{FF2B5EF4-FFF2-40B4-BE49-F238E27FC236}">
                  <a16:creationId xmlns:a16="http://schemas.microsoft.com/office/drawing/2014/main" id="{14FF66F3-7EF2-3644-50C2-768C30E6B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4" name="Freeform 19">
              <a:extLst>
                <a:ext uri="{FF2B5EF4-FFF2-40B4-BE49-F238E27FC236}">
                  <a16:creationId xmlns:a16="http://schemas.microsoft.com/office/drawing/2014/main" id="{B5CEA184-30E7-AC5E-A2CF-FF08AE8755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5" name="Freeform 20">
              <a:extLst>
                <a:ext uri="{FF2B5EF4-FFF2-40B4-BE49-F238E27FC236}">
                  <a16:creationId xmlns:a16="http://schemas.microsoft.com/office/drawing/2014/main" id="{C59491AF-D3B9-126E-9F09-13BE231F95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6" name="Freeform 21">
              <a:extLst>
                <a:ext uri="{FF2B5EF4-FFF2-40B4-BE49-F238E27FC236}">
                  <a16:creationId xmlns:a16="http://schemas.microsoft.com/office/drawing/2014/main" id="{D220EAFE-A6DD-4B2A-CA75-88715801C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7" name="Freeform 22">
              <a:extLst>
                <a:ext uri="{FF2B5EF4-FFF2-40B4-BE49-F238E27FC236}">
                  <a16:creationId xmlns:a16="http://schemas.microsoft.com/office/drawing/2014/main" id="{3D6355BE-4D5C-8D20-F34B-CF43B60B5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8" name="Freeform 23">
              <a:extLst>
                <a:ext uri="{FF2B5EF4-FFF2-40B4-BE49-F238E27FC236}">
                  <a16:creationId xmlns:a16="http://schemas.microsoft.com/office/drawing/2014/main" id="{A30C34BC-4AD3-76FF-0206-FAC07906A8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9" name="Freeform 24">
              <a:extLst>
                <a:ext uri="{FF2B5EF4-FFF2-40B4-BE49-F238E27FC236}">
                  <a16:creationId xmlns:a16="http://schemas.microsoft.com/office/drawing/2014/main" id="{D59C5E79-5509-5744-337C-5CB54F6252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0" name="Freeform 25">
              <a:extLst>
                <a:ext uri="{FF2B5EF4-FFF2-40B4-BE49-F238E27FC236}">
                  <a16:creationId xmlns:a16="http://schemas.microsoft.com/office/drawing/2014/main" id="{DE054E7B-4BFC-AFCE-354A-18B293069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1" name="Freeform 26">
              <a:extLst>
                <a:ext uri="{FF2B5EF4-FFF2-40B4-BE49-F238E27FC236}">
                  <a16:creationId xmlns:a16="http://schemas.microsoft.com/office/drawing/2014/main" id="{3977B733-3565-57F4-5B78-39C4A9BD6F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2" name="Freeform 27">
              <a:extLst>
                <a:ext uri="{FF2B5EF4-FFF2-40B4-BE49-F238E27FC236}">
                  <a16:creationId xmlns:a16="http://schemas.microsoft.com/office/drawing/2014/main" id="{9F4A5A68-5934-4CCD-05D9-457DD4100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3" name="Freeform 28">
              <a:extLst>
                <a:ext uri="{FF2B5EF4-FFF2-40B4-BE49-F238E27FC236}">
                  <a16:creationId xmlns:a16="http://schemas.microsoft.com/office/drawing/2014/main" id="{229F890A-BBB0-9101-20C4-8BB581218D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4" name="Freeform 29">
              <a:extLst>
                <a:ext uri="{FF2B5EF4-FFF2-40B4-BE49-F238E27FC236}">
                  <a16:creationId xmlns:a16="http://schemas.microsoft.com/office/drawing/2014/main" id="{7BAC5952-9FB3-3CA1-D83B-938BFF7E6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5" name="Freeform 30">
              <a:extLst>
                <a:ext uri="{FF2B5EF4-FFF2-40B4-BE49-F238E27FC236}">
                  <a16:creationId xmlns:a16="http://schemas.microsoft.com/office/drawing/2014/main" id="{D58E1194-D2AB-8FA6-F0E2-208DB53E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6" name="Freeform 31">
              <a:extLst>
                <a:ext uri="{FF2B5EF4-FFF2-40B4-BE49-F238E27FC236}">
                  <a16:creationId xmlns:a16="http://schemas.microsoft.com/office/drawing/2014/main" id="{426532DE-180F-707E-EEE8-C6F5A3E6B8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7" name="Freeform 32">
              <a:extLst>
                <a:ext uri="{FF2B5EF4-FFF2-40B4-BE49-F238E27FC236}">
                  <a16:creationId xmlns:a16="http://schemas.microsoft.com/office/drawing/2014/main" id="{C7A4D140-A0DC-CB55-0EAF-E7ED8FBC4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8" name="Rectangle 5227">
              <a:extLst>
                <a:ext uri="{FF2B5EF4-FFF2-40B4-BE49-F238E27FC236}">
                  <a16:creationId xmlns:a16="http://schemas.microsoft.com/office/drawing/2014/main" id="{74036840-52C0-B68B-C920-AE658A4B7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9" name="Freeform 34">
              <a:extLst>
                <a:ext uri="{FF2B5EF4-FFF2-40B4-BE49-F238E27FC236}">
                  <a16:creationId xmlns:a16="http://schemas.microsoft.com/office/drawing/2014/main" id="{7CEE27FF-9573-8B87-324B-7BA0E7E54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30" name="Freeform 35">
              <a:extLst>
                <a:ext uri="{FF2B5EF4-FFF2-40B4-BE49-F238E27FC236}">
                  <a16:creationId xmlns:a16="http://schemas.microsoft.com/office/drawing/2014/main" id="{4B3156EC-E989-2266-3ECC-A71E0F65D9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31" name="Freeform 36">
              <a:extLst>
                <a:ext uri="{FF2B5EF4-FFF2-40B4-BE49-F238E27FC236}">
                  <a16:creationId xmlns:a16="http://schemas.microsoft.com/office/drawing/2014/main" id="{6021336E-CC45-4DF7-1F25-B24F28CA9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32" name="Freeform 37">
              <a:extLst>
                <a:ext uri="{FF2B5EF4-FFF2-40B4-BE49-F238E27FC236}">
                  <a16:creationId xmlns:a16="http://schemas.microsoft.com/office/drawing/2014/main" id="{849CC209-BF40-3859-0570-F13F1CA31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33" name="Freeform 38">
              <a:extLst>
                <a:ext uri="{FF2B5EF4-FFF2-40B4-BE49-F238E27FC236}">
                  <a16:creationId xmlns:a16="http://schemas.microsoft.com/office/drawing/2014/main" id="{079AE879-BF02-FA35-22B1-921EA77026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34" name="Freeform 39">
              <a:extLst>
                <a:ext uri="{FF2B5EF4-FFF2-40B4-BE49-F238E27FC236}">
                  <a16:creationId xmlns:a16="http://schemas.microsoft.com/office/drawing/2014/main" id="{7B987C43-39E4-7B42-9992-4B5FF37899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35" name="Freeform 40">
              <a:extLst>
                <a:ext uri="{FF2B5EF4-FFF2-40B4-BE49-F238E27FC236}">
                  <a16:creationId xmlns:a16="http://schemas.microsoft.com/office/drawing/2014/main" id="{70488379-DC07-5406-7F06-E6157DCDC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36" name="Freeform 41">
              <a:extLst>
                <a:ext uri="{FF2B5EF4-FFF2-40B4-BE49-F238E27FC236}">
                  <a16:creationId xmlns:a16="http://schemas.microsoft.com/office/drawing/2014/main" id="{57AA819B-8A69-D13C-4524-AD036B0074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37" name="Freeform 42">
              <a:extLst>
                <a:ext uri="{FF2B5EF4-FFF2-40B4-BE49-F238E27FC236}">
                  <a16:creationId xmlns:a16="http://schemas.microsoft.com/office/drawing/2014/main" id="{6E443DDA-1C67-8772-9432-872C42AA12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38" name="Freeform 43">
              <a:extLst>
                <a:ext uri="{FF2B5EF4-FFF2-40B4-BE49-F238E27FC236}">
                  <a16:creationId xmlns:a16="http://schemas.microsoft.com/office/drawing/2014/main" id="{1C82089A-EEA0-D77A-3B28-AD1BE314C9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39" name="Freeform 44">
              <a:extLst>
                <a:ext uri="{FF2B5EF4-FFF2-40B4-BE49-F238E27FC236}">
                  <a16:creationId xmlns:a16="http://schemas.microsoft.com/office/drawing/2014/main" id="{C87D74F7-1BDF-BB9D-5091-C279A702C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40" name="Rectangle 5239">
              <a:extLst>
                <a:ext uri="{FF2B5EF4-FFF2-40B4-BE49-F238E27FC236}">
                  <a16:creationId xmlns:a16="http://schemas.microsoft.com/office/drawing/2014/main" id="{4856278A-9AA5-8067-9A5F-EDC3B78846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41" name="Freeform 46">
              <a:extLst>
                <a:ext uri="{FF2B5EF4-FFF2-40B4-BE49-F238E27FC236}">
                  <a16:creationId xmlns:a16="http://schemas.microsoft.com/office/drawing/2014/main" id="{9F6844C4-49F3-CB6B-8E5A-6A1AB6DAE4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42" name="Freeform 47">
              <a:extLst>
                <a:ext uri="{FF2B5EF4-FFF2-40B4-BE49-F238E27FC236}">
                  <a16:creationId xmlns:a16="http://schemas.microsoft.com/office/drawing/2014/main" id="{A1FA56D0-E87B-E96D-6E3C-AD538C1F02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43" name="Freeform 48">
              <a:extLst>
                <a:ext uri="{FF2B5EF4-FFF2-40B4-BE49-F238E27FC236}">
                  <a16:creationId xmlns:a16="http://schemas.microsoft.com/office/drawing/2014/main" id="{E8DD3AE7-D080-DEFB-B037-CD80F8949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44" name="Freeform 49">
              <a:extLst>
                <a:ext uri="{FF2B5EF4-FFF2-40B4-BE49-F238E27FC236}">
                  <a16:creationId xmlns:a16="http://schemas.microsoft.com/office/drawing/2014/main" id="{E3E0120D-006B-73BD-8496-3B0C7605D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45" name="Freeform 50">
              <a:extLst>
                <a:ext uri="{FF2B5EF4-FFF2-40B4-BE49-F238E27FC236}">
                  <a16:creationId xmlns:a16="http://schemas.microsoft.com/office/drawing/2014/main" id="{641275C0-1CA2-2E6B-836C-5D14BCACDB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46" name="Freeform 51">
              <a:extLst>
                <a:ext uri="{FF2B5EF4-FFF2-40B4-BE49-F238E27FC236}">
                  <a16:creationId xmlns:a16="http://schemas.microsoft.com/office/drawing/2014/main" id="{6A7C4707-479A-A729-687C-0AC4FE2CC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47" name="Freeform 52">
              <a:extLst>
                <a:ext uri="{FF2B5EF4-FFF2-40B4-BE49-F238E27FC236}">
                  <a16:creationId xmlns:a16="http://schemas.microsoft.com/office/drawing/2014/main" id="{1E22BCDD-4502-0C8C-6E4D-643F1D29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48" name="Freeform 53">
              <a:extLst>
                <a:ext uri="{FF2B5EF4-FFF2-40B4-BE49-F238E27FC236}">
                  <a16:creationId xmlns:a16="http://schemas.microsoft.com/office/drawing/2014/main" id="{165889F4-923F-5CFF-27F3-26E7C30FB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49" name="Freeform 54">
              <a:extLst>
                <a:ext uri="{FF2B5EF4-FFF2-40B4-BE49-F238E27FC236}">
                  <a16:creationId xmlns:a16="http://schemas.microsoft.com/office/drawing/2014/main" id="{C9A9BCAE-C241-D6B7-669D-47A1070037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50" name="Freeform 55">
              <a:extLst>
                <a:ext uri="{FF2B5EF4-FFF2-40B4-BE49-F238E27FC236}">
                  <a16:creationId xmlns:a16="http://schemas.microsoft.com/office/drawing/2014/main" id="{6728B35C-0720-9F38-C50B-E3B032B392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51" name="Freeform 56">
              <a:extLst>
                <a:ext uri="{FF2B5EF4-FFF2-40B4-BE49-F238E27FC236}">
                  <a16:creationId xmlns:a16="http://schemas.microsoft.com/office/drawing/2014/main" id="{37269BCB-1202-7EE6-3B05-35FD066BF7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52" name="Freeform 57">
              <a:extLst>
                <a:ext uri="{FF2B5EF4-FFF2-40B4-BE49-F238E27FC236}">
                  <a16:creationId xmlns:a16="http://schemas.microsoft.com/office/drawing/2014/main" id="{5C08907E-40E0-E67D-2B4D-91FD98764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53" name="Freeform 58">
              <a:extLst>
                <a:ext uri="{FF2B5EF4-FFF2-40B4-BE49-F238E27FC236}">
                  <a16:creationId xmlns:a16="http://schemas.microsoft.com/office/drawing/2014/main" id="{086277B7-A8E8-6895-192F-223497AD2C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pic>
        <p:nvPicPr>
          <p:cNvPr id="2" name="Marcador de Posição de Conteúdo 1">
            <a:extLst>
              <a:ext uri="{FF2B5EF4-FFF2-40B4-BE49-F238E27FC236}">
                <a16:creationId xmlns:a16="http://schemas.microsoft.com/office/drawing/2014/main" id="{9008F9F2-FCAA-2711-7914-E0B65CC042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482167" y="2755382"/>
            <a:ext cx="2682472" cy="171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67967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5C5370-F779-EDC6-1DEC-D0F602C0E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95" name="Rectangle 5194">
            <a:extLst>
              <a:ext uri="{FF2B5EF4-FFF2-40B4-BE49-F238E27FC236}">
                <a16:creationId xmlns:a16="http://schemas.microsoft.com/office/drawing/2014/main" id="{F8628398-5237-F9B1-0065-EE42A1F9F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97" name="Picture 2">
            <a:extLst>
              <a:ext uri="{FF2B5EF4-FFF2-40B4-BE49-F238E27FC236}">
                <a16:creationId xmlns:a16="http://schemas.microsoft.com/office/drawing/2014/main" id="{0037E4A6-653A-2DA7-A2C3-AE74752E3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126" name="Rectangle 6">
            <a:extLst>
              <a:ext uri="{FF2B5EF4-FFF2-40B4-BE49-F238E27FC236}">
                <a16:creationId xmlns:a16="http://schemas.microsoft.com/office/drawing/2014/main" id="{42A6DF2E-A782-58C9-DFE3-C72A3447DE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5604" y="-199129"/>
            <a:ext cx="3344465" cy="1311070"/>
          </a:xfrm>
        </p:spPr>
        <p:txBody>
          <a:bodyPr>
            <a:normAutofit/>
          </a:bodyPr>
          <a:lstStyle/>
          <a:p>
            <a:r>
              <a:rPr lang="en-US" sz="2800" b="1" dirty="0"/>
              <a:t>promoção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A7A5D55-31DC-A96F-EBF6-6A5CBC99B4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5" r="7646"/>
          <a:stretch>
            <a:fillRect/>
          </a:stretch>
        </p:blipFill>
        <p:spPr>
          <a:xfrm>
            <a:off x="4814585" y="0"/>
            <a:ext cx="4325066" cy="6843713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5199" name="Group 5198">
            <a:extLst>
              <a:ext uri="{FF2B5EF4-FFF2-40B4-BE49-F238E27FC236}">
                <a16:creationId xmlns:a16="http://schemas.microsoft.com/office/drawing/2014/main" id="{CF22B72E-00FB-09E5-399D-C752679E2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5200" name="Rectangle 5">
              <a:extLst>
                <a:ext uri="{FF2B5EF4-FFF2-40B4-BE49-F238E27FC236}">
                  <a16:creationId xmlns:a16="http://schemas.microsoft.com/office/drawing/2014/main" id="{BCBF8958-368A-FDDF-C0A3-EA5D389509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1" name="Freeform 6">
              <a:extLst>
                <a:ext uri="{FF2B5EF4-FFF2-40B4-BE49-F238E27FC236}">
                  <a16:creationId xmlns:a16="http://schemas.microsoft.com/office/drawing/2014/main" id="{D299560E-8802-A178-748B-B7B65D672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2" name="Freeform 7">
              <a:extLst>
                <a:ext uri="{FF2B5EF4-FFF2-40B4-BE49-F238E27FC236}">
                  <a16:creationId xmlns:a16="http://schemas.microsoft.com/office/drawing/2014/main" id="{3034BDF3-7CF3-DB9E-E697-A0708F0C2F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3" name="Freeform 8">
              <a:extLst>
                <a:ext uri="{FF2B5EF4-FFF2-40B4-BE49-F238E27FC236}">
                  <a16:creationId xmlns:a16="http://schemas.microsoft.com/office/drawing/2014/main" id="{55012232-9BF6-74DF-B756-5F8B6AD851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4" name="Freeform 9">
              <a:extLst>
                <a:ext uri="{FF2B5EF4-FFF2-40B4-BE49-F238E27FC236}">
                  <a16:creationId xmlns:a16="http://schemas.microsoft.com/office/drawing/2014/main" id="{8A3A5693-8D6B-2F53-8EB6-7328B889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5" name="Freeform 10">
              <a:extLst>
                <a:ext uri="{FF2B5EF4-FFF2-40B4-BE49-F238E27FC236}">
                  <a16:creationId xmlns:a16="http://schemas.microsoft.com/office/drawing/2014/main" id="{94D6D1D0-3DF5-B426-1CD9-76B2426C78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6" name="Freeform 11">
              <a:extLst>
                <a:ext uri="{FF2B5EF4-FFF2-40B4-BE49-F238E27FC236}">
                  <a16:creationId xmlns:a16="http://schemas.microsoft.com/office/drawing/2014/main" id="{60B330B5-847D-7CA7-C771-1334BDB66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7" name="Freeform 12">
              <a:extLst>
                <a:ext uri="{FF2B5EF4-FFF2-40B4-BE49-F238E27FC236}">
                  <a16:creationId xmlns:a16="http://schemas.microsoft.com/office/drawing/2014/main" id="{8E249F60-04E3-E00C-3AA4-2F8ECEFCA9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8" name="Freeform 13">
              <a:extLst>
                <a:ext uri="{FF2B5EF4-FFF2-40B4-BE49-F238E27FC236}">
                  <a16:creationId xmlns:a16="http://schemas.microsoft.com/office/drawing/2014/main" id="{4A7ED932-2E23-3DE3-57D2-43A295B3C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09" name="Freeform 14">
              <a:extLst>
                <a:ext uri="{FF2B5EF4-FFF2-40B4-BE49-F238E27FC236}">
                  <a16:creationId xmlns:a16="http://schemas.microsoft.com/office/drawing/2014/main" id="{D6E93523-005E-6502-7229-C72A5257F6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0" name="Freeform 15">
              <a:extLst>
                <a:ext uri="{FF2B5EF4-FFF2-40B4-BE49-F238E27FC236}">
                  <a16:creationId xmlns:a16="http://schemas.microsoft.com/office/drawing/2014/main" id="{67EADC36-5DC0-973E-DB25-DDD054F7C0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1" name="Line 16">
              <a:extLst>
                <a:ext uri="{FF2B5EF4-FFF2-40B4-BE49-F238E27FC236}">
                  <a16:creationId xmlns:a16="http://schemas.microsoft.com/office/drawing/2014/main" id="{4135BC1F-179D-83E7-DD87-5358C4EF0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212" name="Freeform 17">
              <a:extLst>
                <a:ext uri="{FF2B5EF4-FFF2-40B4-BE49-F238E27FC236}">
                  <a16:creationId xmlns:a16="http://schemas.microsoft.com/office/drawing/2014/main" id="{09CFC69E-7681-00F6-436F-F4CBE7724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3" name="Freeform 18">
              <a:extLst>
                <a:ext uri="{FF2B5EF4-FFF2-40B4-BE49-F238E27FC236}">
                  <a16:creationId xmlns:a16="http://schemas.microsoft.com/office/drawing/2014/main" id="{003D561F-ED1D-5E8A-A298-79A07939C5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4" name="Freeform 19">
              <a:extLst>
                <a:ext uri="{FF2B5EF4-FFF2-40B4-BE49-F238E27FC236}">
                  <a16:creationId xmlns:a16="http://schemas.microsoft.com/office/drawing/2014/main" id="{AE25A5EF-E471-1689-77BD-4AC4B8346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5" name="Freeform 20">
              <a:extLst>
                <a:ext uri="{FF2B5EF4-FFF2-40B4-BE49-F238E27FC236}">
                  <a16:creationId xmlns:a16="http://schemas.microsoft.com/office/drawing/2014/main" id="{4B7F76CE-D6F6-315E-7B7D-357DB2A1C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6" name="Rectangle 21">
              <a:extLst>
                <a:ext uri="{FF2B5EF4-FFF2-40B4-BE49-F238E27FC236}">
                  <a16:creationId xmlns:a16="http://schemas.microsoft.com/office/drawing/2014/main" id="{1663FFA7-BE4D-9AB4-850B-8A35E07034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7" name="Freeform 22">
              <a:extLst>
                <a:ext uri="{FF2B5EF4-FFF2-40B4-BE49-F238E27FC236}">
                  <a16:creationId xmlns:a16="http://schemas.microsoft.com/office/drawing/2014/main" id="{B012CB6B-95E4-DBFE-836B-7C64307CF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8" name="Freeform 23">
              <a:extLst>
                <a:ext uri="{FF2B5EF4-FFF2-40B4-BE49-F238E27FC236}">
                  <a16:creationId xmlns:a16="http://schemas.microsoft.com/office/drawing/2014/main" id="{C7808E8A-AF32-EB91-413F-B41A1CD027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19" name="Freeform 24">
              <a:extLst>
                <a:ext uri="{FF2B5EF4-FFF2-40B4-BE49-F238E27FC236}">
                  <a16:creationId xmlns:a16="http://schemas.microsoft.com/office/drawing/2014/main" id="{D563D561-8FF9-30C5-B42E-2E18963C66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0" name="Freeform 25">
              <a:extLst>
                <a:ext uri="{FF2B5EF4-FFF2-40B4-BE49-F238E27FC236}">
                  <a16:creationId xmlns:a16="http://schemas.microsoft.com/office/drawing/2014/main" id="{CB1A39DB-9058-73CD-4FD4-F7094CB625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1" name="Freeform 26">
              <a:extLst>
                <a:ext uri="{FF2B5EF4-FFF2-40B4-BE49-F238E27FC236}">
                  <a16:creationId xmlns:a16="http://schemas.microsoft.com/office/drawing/2014/main" id="{7E94B639-758D-C009-D402-AD67064E6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2" name="Freeform 27">
              <a:extLst>
                <a:ext uri="{FF2B5EF4-FFF2-40B4-BE49-F238E27FC236}">
                  <a16:creationId xmlns:a16="http://schemas.microsoft.com/office/drawing/2014/main" id="{ECAC2B90-D507-779D-FD2A-9DD33EF68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3" name="Freeform 28">
              <a:extLst>
                <a:ext uri="{FF2B5EF4-FFF2-40B4-BE49-F238E27FC236}">
                  <a16:creationId xmlns:a16="http://schemas.microsoft.com/office/drawing/2014/main" id="{C9FF578B-BA41-B98D-460E-099EEC294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4" name="Freeform 29">
              <a:extLst>
                <a:ext uri="{FF2B5EF4-FFF2-40B4-BE49-F238E27FC236}">
                  <a16:creationId xmlns:a16="http://schemas.microsoft.com/office/drawing/2014/main" id="{E24FE996-7066-E5F8-E388-C32BE19C7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5" name="Freeform 30">
              <a:extLst>
                <a:ext uri="{FF2B5EF4-FFF2-40B4-BE49-F238E27FC236}">
                  <a16:creationId xmlns:a16="http://schemas.microsoft.com/office/drawing/2014/main" id="{48F75D48-36ED-5B3B-2C6E-546059F33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26" name="Freeform 31">
              <a:extLst>
                <a:ext uri="{FF2B5EF4-FFF2-40B4-BE49-F238E27FC236}">
                  <a16:creationId xmlns:a16="http://schemas.microsoft.com/office/drawing/2014/main" id="{871977AB-4FD2-6F1B-B45D-65FEBEA5F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pic>
        <p:nvPicPr>
          <p:cNvPr id="6" name="Marcador de Posição de Conteúdo 5" descr="Uma imagem com texto, círculo, diagrama, captura de ecrã&#10;&#10;Os conteúdos gerados por IA podem estar incorretos.">
            <a:extLst>
              <a:ext uri="{FF2B5EF4-FFF2-40B4-BE49-F238E27FC236}">
                <a16:creationId xmlns:a16="http://schemas.microsoft.com/office/drawing/2014/main" id="{482A201D-ADEA-C019-3F69-CB56EC5811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280" y="903288"/>
            <a:ext cx="3543300" cy="3543300"/>
          </a:xfr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EE334C7-C09B-EF8B-D466-8E6D57267363}"/>
              </a:ext>
            </a:extLst>
          </p:cNvPr>
          <p:cNvSpPr txBox="1"/>
          <p:nvPr/>
        </p:nvSpPr>
        <p:spPr>
          <a:xfrm>
            <a:off x="809843" y="4790187"/>
            <a:ext cx="36156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800" dirty="0"/>
              <a:t>Divulgação com vídeos curtos e peças de marketing digital nas redes sociais, marketing de guerrilha em universidades e incentivo a avaliação positiva no Play Store .</a:t>
            </a:r>
            <a:endParaRPr lang="pt-PT" sz="1800" dirty="0"/>
          </a:p>
        </p:txBody>
      </p:sp>
    </p:spTree>
    <p:extLst>
      <p:ext uri="{BB962C8B-B14F-4D97-AF65-F5344CB8AC3E}">
        <p14:creationId xmlns:p14="http://schemas.microsoft.com/office/powerpoint/2010/main" val="83570026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233C3-CD60-645B-A1CF-2FD138125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C9705D2-662B-2880-61CB-67A365680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SWOT</a:t>
            </a:r>
            <a:endParaRPr lang="pt-PT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E10B00CE-DD40-8274-B5D1-FFACE1092B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358230"/>
              </p:ext>
            </p:extLst>
          </p:nvPr>
        </p:nvGraphicFramePr>
        <p:xfrm>
          <a:off x="323528" y="908720"/>
          <a:ext cx="8280920" cy="576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m 4" descr="Uma imagem com Cara humana, sorrir, pessoa, vestuário&#10;&#10;Os conteúdos gerados por IA podem estar incorretos.">
            <a:extLst>
              <a:ext uri="{FF2B5EF4-FFF2-40B4-BE49-F238E27FC236}">
                <a16:creationId xmlns:a16="http://schemas.microsoft.com/office/drawing/2014/main" id="{D3C60293-F2BA-57D1-67E6-690B1BBA731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6059" y="-4916"/>
            <a:ext cx="1737130" cy="225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52738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58CC5-514B-1BC1-EBFE-48B5A04CD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27ED6CD-BECE-C8B4-A8DD-4EC6A95EA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SWOT</a:t>
            </a:r>
            <a:endParaRPr lang="pt-PT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C643F61-9C07-E7C4-01AC-E294328A67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0609179"/>
              </p:ext>
            </p:extLst>
          </p:nvPr>
        </p:nvGraphicFramePr>
        <p:xfrm>
          <a:off x="323528" y="908720"/>
          <a:ext cx="8280920" cy="576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m 4" descr="Uma imagem com Cara humana, sorrir, pessoa, vestuário&#10;&#10;Os conteúdos gerados por IA podem estar incorretos.">
            <a:extLst>
              <a:ext uri="{FF2B5EF4-FFF2-40B4-BE49-F238E27FC236}">
                <a16:creationId xmlns:a16="http://schemas.microsoft.com/office/drawing/2014/main" id="{37D08A65-1FC6-0F2C-0042-8C7C9B5D46F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318" y="2661753"/>
            <a:ext cx="1737130" cy="225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950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16E25-42DB-1C44-DAE6-2EF454FB7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BB9D76D-BCD0-B504-1A8F-854D9E26A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SWOT</a:t>
            </a:r>
            <a:endParaRPr lang="pt-PT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0C085F2-5C73-B2CB-4792-30C2C18F41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6136715"/>
              </p:ext>
            </p:extLst>
          </p:nvPr>
        </p:nvGraphicFramePr>
        <p:xfrm>
          <a:off x="323528" y="908720"/>
          <a:ext cx="8280920" cy="576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m 4" descr="Uma imagem com Cara humana, sorrir, pessoa, vestuário&#10;&#10;Os conteúdos gerados por IA podem estar incorretos.">
            <a:extLst>
              <a:ext uri="{FF2B5EF4-FFF2-40B4-BE49-F238E27FC236}">
                <a16:creationId xmlns:a16="http://schemas.microsoft.com/office/drawing/2014/main" id="{E44B2F16-D65F-9FF3-A1ED-7CFB40D20E0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515" y="2492896"/>
            <a:ext cx="1737130" cy="225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48887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C6977-994F-1629-8D68-C95753AD8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0BE3C9B-885B-EE29-8961-539C3A29F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SWOT</a:t>
            </a:r>
            <a:endParaRPr lang="pt-PT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A58F6444-3ED7-664D-1C65-E3A7946639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8821284"/>
              </p:ext>
            </p:extLst>
          </p:nvPr>
        </p:nvGraphicFramePr>
        <p:xfrm>
          <a:off x="323528" y="908720"/>
          <a:ext cx="8280920" cy="576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m 4" descr="Uma imagem com Cara humana, sorrir, pessoa, vestuário&#10;&#10;Os conteúdos gerados por IA podem estar incorretos.">
            <a:extLst>
              <a:ext uri="{FF2B5EF4-FFF2-40B4-BE49-F238E27FC236}">
                <a16:creationId xmlns:a16="http://schemas.microsoft.com/office/drawing/2014/main" id="{DFBA0D51-1C86-5AAC-6D17-D7CC05BD41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65" y="2791469"/>
            <a:ext cx="1737130" cy="225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99265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541CC-8301-46BE-F3C2-2637A2D69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195D48C-2AEB-6CE2-BFA3-D4E507192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SWOT</a:t>
            </a:r>
            <a:endParaRPr lang="pt-PT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0AC07900-F9A4-DCA8-E42E-D6D68FFBE5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1995752"/>
              </p:ext>
            </p:extLst>
          </p:nvPr>
        </p:nvGraphicFramePr>
        <p:xfrm>
          <a:off x="323528" y="908720"/>
          <a:ext cx="8280920" cy="576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m 4" descr="Uma imagem com Cara humana, sorrir, pessoa, vestuário&#10;&#10;Os conteúdos gerados por IA podem estar incorretos.">
            <a:extLst>
              <a:ext uri="{FF2B5EF4-FFF2-40B4-BE49-F238E27FC236}">
                <a16:creationId xmlns:a16="http://schemas.microsoft.com/office/drawing/2014/main" id="{7FD11969-7B0F-543D-F7F2-61E8D43FFD2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798" y="2708920"/>
            <a:ext cx="1498003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94318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08" name="Picture 2">
            <a:extLst>
              <a:ext uri="{FF2B5EF4-FFF2-40B4-BE49-F238E27FC236}">
                <a16:creationId xmlns:a16="http://schemas.microsoft.com/office/drawing/2014/main" id="{678E285C-BE9E-45B7-A3EE-B9792DAE9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410" name="Group 51409">
            <a:extLst>
              <a:ext uri="{FF2B5EF4-FFF2-40B4-BE49-F238E27FC236}">
                <a16:creationId xmlns:a16="http://schemas.microsoft.com/office/drawing/2014/main" id="{AB86F577-8905-4B21-8AF3-C1BB34337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51411" name="Rectangle 5">
              <a:extLst>
                <a:ext uri="{FF2B5EF4-FFF2-40B4-BE49-F238E27FC236}">
                  <a16:creationId xmlns:a16="http://schemas.microsoft.com/office/drawing/2014/main" id="{D2F1CFF3-A579-4D24-B5F9-1C71BA6F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12" name="Freeform 6">
              <a:extLst>
                <a:ext uri="{FF2B5EF4-FFF2-40B4-BE49-F238E27FC236}">
                  <a16:creationId xmlns:a16="http://schemas.microsoft.com/office/drawing/2014/main" id="{57601B50-7EB1-43FA-8360-4297BCD76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13" name="Freeform 7">
              <a:extLst>
                <a:ext uri="{FF2B5EF4-FFF2-40B4-BE49-F238E27FC236}">
                  <a16:creationId xmlns:a16="http://schemas.microsoft.com/office/drawing/2014/main" id="{60BD8B7A-CD01-4638-A2C9-299AC68B9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14" name="Rectangle 8">
              <a:extLst>
                <a:ext uri="{FF2B5EF4-FFF2-40B4-BE49-F238E27FC236}">
                  <a16:creationId xmlns:a16="http://schemas.microsoft.com/office/drawing/2014/main" id="{095B58F9-6C29-48BE-9DA6-385508052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15" name="Freeform 9">
              <a:extLst>
                <a:ext uri="{FF2B5EF4-FFF2-40B4-BE49-F238E27FC236}">
                  <a16:creationId xmlns:a16="http://schemas.microsoft.com/office/drawing/2014/main" id="{0C84674F-2E8A-4B70-B801-00722CDD5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16" name="Freeform 10">
              <a:extLst>
                <a:ext uri="{FF2B5EF4-FFF2-40B4-BE49-F238E27FC236}">
                  <a16:creationId xmlns:a16="http://schemas.microsoft.com/office/drawing/2014/main" id="{34F320BB-D6A9-45FE-8556-498B763B1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17" name="Freeform 11">
              <a:extLst>
                <a:ext uri="{FF2B5EF4-FFF2-40B4-BE49-F238E27FC236}">
                  <a16:creationId xmlns:a16="http://schemas.microsoft.com/office/drawing/2014/main" id="{5493D54A-532A-46ED-AF63-A0A54818EF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18" name="Freeform 12">
              <a:extLst>
                <a:ext uri="{FF2B5EF4-FFF2-40B4-BE49-F238E27FC236}">
                  <a16:creationId xmlns:a16="http://schemas.microsoft.com/office/drawing/2014/main" id="{EAF2EDFA-9C0B-44E2-B4BB-312B58BCA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19" name="Freeform 13">
              <a:extLst>
                <a:ext uri="{FF2B5EF4-FFF2-40B4-BE49-F238E27FC236}">
                  <a16:creationId xmlns:a16="http://schemas.microsoft.com/office/drawing/2014/main" id="{A3641113-CE35-42A4-B605-41BC06BF4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20" name="Freeform 14">
              <a:extLst>
                <a:ext uri="{FF2B5EF4-FFF2-40B4-BE49-F238E27FC236}">
                  <a16:creationId xmlns:a16="http://schemas.microsoft.com/office/drawing/2014/main" id="{DA2E5B2C-BAC4-4440-9B7E-F38783197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21" name="Freeform 15">
              <a:extLst>
                <a:ext uri="{FF2B5EF4-FFF2-40B4-BE49-F238E27FC236}">
                  <a16:creationId xmlns:a16="http://schemas.microsoft.com/office/drawing/2014/main" id="{D8A506DF-2E53-42C9-94BE-B98E32E0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22" name="Freeform 16">
              <a:extLst>
                <a:ext uri="{FF2B5EF4-FFF2-40B4-BE49-F238E27FC236}">
                  <a16:creationId xmlns:a16="http://schemas.microsoft.com/office/drawing/2014/main" id="{12934FF8-5F70-40BF-BBB6-5EB941FB9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23" name="Freeform 17">
              <a:extLst>
                <a:ext uri="{FF2B5EF4-FFF2-40B4-BE49-F238E27FC236}">
                  <a16:creationId xmlns:a16="http://schemas.microsoft.com/office/drawing/2014/main" id="{8EB3FB08-D01D-4E24-BE40-C16269DF6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24" name="Freeform 18">
              <a:extLst>
                <a:ext uri="{FF2B5EF4-FFF2-40B4-BE49-F238E27FC236}">
                  <a16:creationId xmlns:a16="http://schemas.microsoft.com/office/drawing/2014/main" id="{D24E50D7-2753-4169-AD51-C106DA1B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25" name="Freeform 19">
              <a:extLst>
                <a:ext uri="{FF2B5EF4-FFF2-40B4-BE49-F238E27FC236}">
                  <a16:creationId xmlns:a16="http://schemas.microsoft.com/office/drawing/2014/main" id="{DF94B7E0-D9B6-4096-94D0-18D3AC0E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26" name="Freeform 20">
              <a:extLst>
                <a:ext uri="{FF2B5EF4-FFF2-40B4-BE49-F238E27FC236}">
                  <a16:creationId xmlns:a16="http://schemas.microsoft.com/office/drawing/2014/main" id="{EBC05ADE-BBA2-4387-B005-3196E2E198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27" name="Freeform 21">
              <a:extLst>
                <a:ext uri="{FF2B5EF4-FFF2-40B4-BE49-F238E27FC236}">
                  <a16:creationId xmlns:a16="http://schemas.microsoft.com/office/drawing/2014/main" id="{BBED1CEE-14D2-442F-AB08-401ABE3EF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28" name="Freeform 22">
              <a:extLst>
                <a:ext uri="{FF2B5EF4-FFF2-40B4-BE49-F238E27FC236}">
                  <a16:creationId xmlns:a16="http://schemas.microsoft.com/office/drawing/2014/main" id="{4F6574C0-78E8-49EA-84BC-EE9D55707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29" name="Freeform 23">
              <a:extLst>
                <a:ext uri="{FF2B5EF4-FFF2-40B4-BE49-F238E27FC236}">
                  <a16:creationId xmlns:a16="http://schemas.microsoft.com/office/drawing/2014/main" id="{65BCDB0B-615E-4CA1-AFD5-6B121CB7C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30" name="Freeform 24">
              <a:extLst>
                <a:ext uri="{FF2B5EF4-FFF2-40B4-BE49-F238E27FC236}">
                  <a16:creationId xmlns:a16="http://schemas.microsoft.com/office/drawing/2014/main" id="{40627863-B7FC-44D1-9E53-E728FFF67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31" name="Freeform 25">
              <a:extLst>
                <a:ext uri="{FF2B5EF4-FFF2-40B4-BE49-F238E27FC236}">
                  <a16:creationId xmlns:a16="http://schemas.microsoft.com/office/drawing/2014/main" id="{52FD6F8C-3AF1-487E-91F4-6E55146F1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32" name="Freeform 26">
              <a:extLst>
                <a:ext uri="{FF2B5EF4-FFF2-40B4-BE49-F238E27FC236}">
                  <a16:creationId xmlns:a16="http://schemas.microsoft.com/office/drawing/2014/main" id="{50323CF3-93CB-4E03-95C0-B180BB87A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33" name="Freeform 27">
              <a:extLst>
                <a:ext uri="{FF2B5EF4-FFF2-40B4-BE49-F238E27FC236}">
                  <a16:creationId xmlns:a16="http://schemas.microsoft.com/office/drawing/2014/main" id="{EB47D82F-CF1B-47E6-9FA2-F3A9C5F94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34" name="Freeform 28">
              <a:extLst>
                <a:ext uri="{FF2B5EF4-FFF2-40B4-BE49-F238E27FC236}">
                  <a16:creationId xmlns:a16="http://schemas.microsoft.com/office/drawing/2014/main" id="{0606708F-F2D4-4678-8ED2-39041BC64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35" name="Freeform 29">
              <a:extLst>
                <a:ext uri="{FF2B5EF4-FFF2-40B4-BE49-F238E27FC236}">
                  <a16:creationId xmlns:a16="http://schemas.microsoft.com/office/drawing/2014/main" id="{D7EB95B4-15E4-433D-B36F-21FF341A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36" name="Freeform 30">
              <a:extLst>
                <a:ext uri="{FF2B5EF4-FFF2-40B4-BE49-F238E27FC236}">
                  <a16:creationId xmlns:a16="http://schemas.microsoft.com/office/drawing/2014/main" id="{500A541B-4C75-497C-A489-097ED2996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37" name="Freeform 31">
              <a:extLst>
                <a:ext uri="{FF2B5EF4-FFF2-40B4-BE49-F238E27FC236}">
                  <a16:creationId xmlns:a16="http://schemas.microsoft.com/office/drawing/2014/main" id="{5789326F-12A4-48B8-B0ED-A6A2AE0C2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38" name="Freeform 32">
              <a:extLst>
                <a:ext uri="{FF2B5EF4-FFF2-40B4-BE49-F238E27FC236}">
                  <a16:creationId xmlns:a16="http://schemas.microsoft.com/office/drawing/2014/main" id="{25FA672E-2B65-477F-AA75-6261CE652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39" name="Rectangle 33">
              <a:extLst>
                <a:ext uri="{FF2B5EF4-FFF2-40B4-BE49-F238E27FC236}">
                  <a16:creationId xmlns:a16="http://schemas.microsoft.com/office/drawing/2014/main" id="{BB09AF8D-E68B-499C-B9F5-2F365813D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40" name="Freeform 34">
              <a:extLst>
                <a:ext uri="{FF2B5EF4-FFF2-40B4-BE49-F238E27FC236}">
                  <a16:creationId xmlns:a16="http://schemas.microsoft.com/office/drawing/2014/main" id="{7991AEAD-B5F3-47BA-9F1B-86C16A84A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41" name="Freeform 35">
              <a:extLst>
                <a:ext uri="{FF2B5EF4-FFF2-40B4-BE49-F238E27FC236}">
                  <a16:creationId xmlns:a16="http://schemas.microsoft.com/office/drawing/2014/main" id="{19A85F58-4C3A-4388-B55C-2329EEAEC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42" name="Freeform 36">
              <a:extLst>
                <a:ext uri="{FF2B5EF4-FFF2-40B4-BE49-F238E27FC236}">
                  <a16:creationId xmlns:a16="http://schemas.microsoft.com/office/drawing/2014/main" id="{05652F38-94D9-41B7-A699-7E8F0C78D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43" name="Freeform 37">
              <a:extLst>
                <a:ext uri="{FF2B5EF4-FFF2-40B4-BE49-F238E27FC236}">
                  <a16:creationId xmlns:a16="http://schemas.microsoft.com/office/drawing/2014/main" id="{3C043852-C250-4518-BB89-C91A34917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44" name="Freeform 38">
              <a:extLst>
                <a:ext uri="{FF2B5EF4-FFF2-40B4-BE49-F238E27FC236}">
                  <a16:creationId xmlns:a16="http://schemas.microsoft.com/office/drawing/2014/main" id="{0CAB9A07-ECF2-416C-8528-F75DACB13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45" name="Freeform 39">
              <a:extLst>
                <a:ext uri="{FF2B5EF4-FFF2-40B4-BE49-F238E27FC236}">
                  <a16:creationId xmlns:a16="http://schemas.microsoft.com/office/drawing/2014/main" id="{904A314C-A829-4AA6-92E2-529BCCF95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46" name="Freeform 40">
              <a:extLst>
                <a:ext uri="{FF2B5EF4-FFF2-40B4-BE49-F238E27FC236}">
                  <a16:creationId xmlns:a16="http://schemas.microsoft.com/office/drawing/2014/main" id="{244EE6BA-4569-43ED-9E2E-1FB66201B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47" name="Freeform 41">
              <a:extLst>
                <a:ext uri="{FF2B5EF4-FFF2-40B4-BE49-F238E27FC236}">
                  <a16:creationId xmlns:a16="http://schemas.microsoft.com/office/drawing/2014/main" id="{BEB8252E-FB2A-4BB5-BEC6-CA10FF6F7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48" name="Freeform 42">
              <a:extLst>
                <a:ext uri="{FF2B5EF4-FFF2-40B4-BE49-F238E27FC236}">
                  <a16:creationId xmlns:a16="http://schemas.microsoft.com/office/drawing/2014/main" id="{91414711-C3A4-4E96-854A-DDDEB2F2E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49" name="Freeform 43">
              <a:extLst>
                <a:ext uri="{FF2B5EF4-FFF2-40B4-BE49-F238E27FC236}">
                  <a16:creationId xmlns:a16="http://schemas.microsoft.com/office/drawing/2014/main" id="{86815BA8-3055-4B42-98C3-4202FD92E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50" name="Freeform 44">
              <a:extLst>
                <a:ext uri="{FF2B5EF4-FFF2-40B4-BE49-F238E27FC236}">
                  <a16:creationId xmlns:a16="http://schemas.microsoft.com/office/drawing/2014/main" id="{44457813-E991-44AE-9A83-B7488D1F3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51" name="Rectangle 45">
              <a:extLst>
                <a:ext uri="{FF2B5EF4-FFF2-40B4-BE49-F238E27FC236}">
                  <a16:creationId xmlns:a16="http://schemas.microsoft.com/office/drawing/2014/main" id="{8CE1CF47-A73F-4560-8835-AE1DC51E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52" name="Freeform 46">
              <a:extLst>
                <a:ext uri="{FF2B5EF4-FFF2-40B4-BE49-F238E27FC236}">
                  <a16:creationId xmlns:a16="http://schemas.microsoft.com/office/drawing/2014/main" id="{C2A935E4-AACC-4CB9-995E-D28617887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53" name="Freeform 47">
              <a:extLst>
                <a:ext uri="{FF2B5EF4-FFF2-40B4-BE49-F238E27FC236}">
                  <a16:creationId xmlns:a16="http://schemas.microsoft.com/office/drawing/2014/main" id="{93B5B778-8ACB-4004-932D-BD95997B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54" name="Freeform 48">
              <a:extLst>
                <a:ext uri="{FF2B5EF4-FFF2-40B4-BE49-F238E27FC236}">
                  <a16:creationId xmlns:a16="http://schemas.microsoft.com/office/drawing/2014/main" id="{1434AF34-0919-40AD-84B1-446D4FF2D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55" name="Freeform 49">
              <a:extLst>
                <a:ext uri="{FF2B5EF4-FFF2-40B4-BE49-F238E27FC236}">
                  <a16:creationId xmlns:a16="http://schemas.microsoft.com/office/drawing/2014/main" id="{29546CF3-6DDD-4073-AB7F-C6E722257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56" name="Freeform 50">
              <a:extLst>
                <a:ext uri="{FF2B5EF4-FFF2-40B4-BE49-F238E27FC236}">
                  <a16:creationId xmlns:a16="http://schemas.microsoft.com/office/drawing/2014/main" id="{289D46AB-128A-477F-B6C9-F40F115D6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57" name="Freeform 51">
              <a:extLst>
                <a:ext uri="{FF2B5EF4-FFF2-40B4-BE49-F238E27FC236}">
                  <a16:creationId xmlns:a16="http://schemas.microsoft.com/office/drawing/2014/main" id="{A7DA7E67-3368-44AD-AACD-EB64AE348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58" name="Freeform 52">
              <a:extLst>
                <a:ext uri="{FF2B5EF4-FFF2-40B4-BE49-F238E27FC236}">
                  <a16:creationId xmlns:a16="http://schemas.microsoft.com/office/drawing/2014/main" id="{78BB1152-AB85-4AD8-BBA1-07CEA1F50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59" name="Freeform 53">
              <a:extLst>
                <a:ext uri="{FF2B5EF4-FFF2-40B4-BE49-F238E27FC236}">
                  <a16:creationId xmlns:a16="http://schemas.microsoft.com/office/drawing/2014/main" id="{A982E7F2-DD68-4093-B9C5-3E42B475A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60" name="Freeform 54">
              <a:extLst>
                <a:ext uri="{FF2B5EF4-FFF2-40B4-BE49-F238E27FC236}">
                  <a16:creationId xmlns:a16="http://schemas.microsoft.com/office/drawing/2014/main" id="{A682E224-4CD6-420B-897A-B23D50B82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61" name="Freeform 55">
              <a:extLst>
                <a:ext uri="{FF2B5EF4-FFF2-40B4-BE49-F238E27FC236}">
                  <a16:creationId xmlns:a16="http://schemas.microsoft.com/office/drawing/2014/main" id="{31B90F10-06CD-480E-8D35-6E0FFFB894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62" name="Freeform 56">
              <a:extLst>
                <a:ext uri="{FF2B5EF4-FFF2-40B4-BE49-F238E27FC236}">
                  <a16:creationId xmlns:a16="http://schemas.microsoft.com/office/drawing/2014/main" id="{7BC977DB-69B0-4D8D-B77C-E1127EC41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63" name="Freeform 57">
              <a:extLst>
                <a:ext uri="{FF2B5EF4-FFF2-40B4-BE49-F238E27FC236}">
                  <a16:creationId xmlns:a16="http://schemas.microsoft.com/office/drawing/2014/main" id="{24127454-3FCB-41D6-ACFB-81D7E05A7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64" name="Freeform 58">
              <a:extLst>
                <a:ext uri="{FF2B5EF4-FFF2-40B4-BE49-F238E27FC236}">
                  <a16:creationId xmlns:a16="http://schemas.microsoft.com/office/drawing/2014/main" id="{7AA80D42-B8A8-475B-ADBF-99719CE9F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51466" name="Rectangle 51465">
            <a:extLst>
              <a:ext uri="{FF2B5EF4-FFF2-40B4-BE49-F238E27FC236}">
                <a16:creationId xmlns:a16="http://schemas.microsoft.com/office/drawing/2014/main" id="{81B1BC20-CC70-4C30-B9BE-C23E121CA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468" name="Picture 2">
            <a:extLst>
              <a:ext uri="{FF2B5EF4-FFF2-40B4-BE49-F238E27FC236}">
                <a16:creationId xmlns:a16="http://schemas.microsoft.com/office/drawing/2014/main" id="{BED7CCD5-D3A4-4162-9CC4-03DF5AB8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-3747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470" name="Group 51469">
            <a:extLst>
              <a:ext uri="{FF2B5EF4-FFF2-40B4-BE49-F238E27FC236}">
                <a16:creationId xmlns:a16="http://schemas.microsoft.com/office/drawing/2014/main" id="{D5E95061-A9DC-4C67-BCAF-F56069099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51471" name="Rectangle 5">
              <a:extLst>
                <a:ext uri="{FF2B5EF4-FFF2-40B4-BE49-F238E27FC236}">
                  <a16:creationId xmlns:a16="http://schemas.microsoft.com/office/drawing/2014/main" id="{92D4D96C-8395-4198-90A3-2363570D4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72" name="Freeform 6">
              <a:extLst>
                <a:ext uri="{FF2B5EF4-FFF2-40B4-BE49-F238E27FC236}">
                  <a16:creationId xmlns:a16="http://schemas.microsoft.com/office/drawing/2014/main" id="{EF229BAE-A3AA-4095-A3F8-65181A713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73" name="Freeform 7">
              <a:extLst>
                <a:ext uri="{FF2B5EF4-FFF2-40B4-BE49-F238E27FC236}">
                  <a16:creationId xmlns:a16="http://schemas.microsoft.com/office/drawing/2014/main" id="{C71621C3-B057-4E50-808A-EF718590D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74" name="Rectangle 8">
              <a:extLst>
                <a:ext uri="{FF2B5EF4-FFF2-40B4-BE49-F238E27FC236}">
                  <a16:creationId xmlns:a16="http://schemas.microsoft.com/office/drawing/2014/main" id="{37D3BCDA-C38C-4B10-A653-0210E85978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75" name="Freeform 9">
              <a:extLst>
                <a:ext uri="{FF2B5EF4-FFF2-40B4-BE49-F238E27FC236}">
                  <a16:creationId xmlns:a16="http://schemas.microsoft.com/office/drawing/2014/main" id="{CE4DC5B4-793A-4E8B-A3F7-53EB548F45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76" name="Freeform 10">
              <a:extLst>
                <a:ext uri="{FF2B5EF4-FFF2-40B4-BE49-F238E27FC236}">
                  <a16:creationId xmlns:a16="http://schemas.microsoft.com/office/drawing/2014/main" id="{2664DA82-4469-42CC-93F4-662128EC65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77" name="Freeform 11">
              <a:extLst>
                <a:ext uri="{FF2B5EF4-FFF2-40B4-BE49-F238E27FC236}">
                  <a16:creationId xmlns:a16="http://schemas.microsoft.com/office/drawing/2014/main" id="{ED439A82-9407-4694-886D-7447BDFFD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78" name="Freeform 12">
              <a:extLst>
                <a:ext uri="{FF2B5EF4-FFF2-40B4-BE49-F238E27FC236}">
                  <a16:creationId xmlns:a16="http://schemas.microsoft.com/office/drawing/2014/main" id="{C35292A7-2459-4132-8FE8-54BF071CCE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79" name="Freeform 13">
              <a:extLst>
                <a:ext uri="{FF2B5EF4-FFF2-40B4-BE49-F238E27FC236}">
                  <a16:creationId xmlns:a16="http://schemas.microsoft.com/office/drawing/2014/main" id="{8A55D4A9-1B6E-409D-BF10-201C8A8292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80" name="Freeform 14">
              <a:extLst>
                <a:ext uri="{FF2B5EF4-FFF2-40B4-BE49-F238E27FC236}">
                  <a16:creationId xmlns:a16="http://schemas.microsoft.com/office/drawing/2014/main" id="{FDA8F85E-07E7-45C0-A165-6DB771A53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81" name="Freeform 15">
              <a:extLst>
                <a:ext uri="{FF2B5EF4-FFF2-40B4-BE49-F238E27FC236}">
                  <a16:creationId xmlns:a16="http://schemas.microsoft.com/office/drawing/2014/main" id="{09508E73-6AA1-460C-97B9-8EF00855A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82" name="Freeform 16">
              <a:extLst>
                <a:ext uri="{FF2B5EF4-FFF2-40B4-BE49-F238E27FC236}">
                  <a16:creationId xmlns:a16="http://schemas.microsoft.com/office/drawing/2014/main" id="{5913AD99-4A77-44C3-ACDF-8410765B7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83" name="Freeform 17">
              <a:extLst>
                <a:ext uri="{FF2B5EF4-FFF2-40B4-BE49-F238E27FC236}">
                  <a16:creationId xmlns:a16="http://schemas.microsoft.com/office/drawing/2014/main" id="{413BDF5F-2CC6-47A3-B422-38D6E292D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84" name="Freeform 18">
              <a:extLst>
                <a:ext uri="{FF2B5EF4-FFF2-40B4-BE49-F238E27FC236}">
                  <a16:creationId xmlns:a16="http://schemas.microsoft.com/office/drawing/2014/main" id="{6F69599A-544F-4B1D-91C3-762B09CF78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85" name="Freeform 19">
              <a:extLst>
                <a:ext uri="{FF2B5EF4-FFF2-40B4-BE49-F238E27FC236}">
                  <a16:creationId xmlns:a16="http://schemas.microsoft.com/office/drawing/2014/main" id="{DFAE31B2-DF2A-4FD2-B98E-3657F825C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86" name="Freeform 20">
              <a:extLst>
                <a:ext uri="{FF2B5EF4-FFF2-40B4-BE49-F238E27FC236}">
                  <a16:creationId xmlns:a16="http://schemas.microsoft.com/office/drawing/2014/main" id="{9D7B120D-680C-4AC9-A263-A7DE0F5F1F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87" name="Freeform 21">
              <a:extLst>
                <a:ext uri="{FF2B5EF4-FFF2-40B4-BE49-F238E27FC236}">
                  <a16:creationId xmlns:a16="http://schemas.microsoft.com/office/drawing/2014/main" id="{DC8A9F99-D409-4E13-8D58-6A34BE714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88" name="Freeform 22">
              <a:extLst>
                <a:ext uri="{FF2B5EF4-FFF2-40B4-BE49-F238E27FC236}">
                  <a16:creationId xmlns:a16="http://schemas.microsoft.com/office/drawing/2014/main" id="{EB955E41-680C-44AA-B602-C1A69E951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89" name="Freeform 23">
              <a:extLst>
                <a:ext uri="{FF2B5EF4-FFF2-40B4-BE49-F238E27FC236}">
                  <a16:creationId xmlns:a16="http://schemas.microsoft.com/office/drawing/2014/main" id="{332ED336-B831-4A24-9181-CC63707A4E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90" name="Freeform 24">
              <a:extLst>
                <a:ext uri="{FF2B5EF4-FFF2-40B4-BE49-F238E27FC236}">
                  <a16:creationId xmlns:a16="http://schemas.microsoft.com/office/drawing/2014/main" id="{1A8B6B8C-5265-4AD1-9A67-B3CFFF4A9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91" name="Freeform 25">
              <a:extLst>
                <a:ext uri="{FF2B5EF4-FFF2-40B4-BE49-F238E27FC236}">
                  <a16:creationId xmlns:a16="http://schemas.microsoft.com/office/drawing/2014/main" id="{9E8ED6FD-8796-48CB-98ED-0E729E16B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92" name="Freeform 26">
              <a:extLst>
                <a:ext uri="{FF2B5EF4-FFF2-40B4-BE49-F238E27FC236}">
                  <a16:creationId xmlns:a16="http://schemas.microsoft.com/office/drawing/2014/main" id="{DE668E67-2522-4B6B-A8BF-C3CD36F891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93" name="Freeform 27">
              <a:extLst>
                <a:ext uri="{FF2B5EF4-FFF2-40B4-BE49-F238E27FC236}">
                  <a16:creationId xmlns:a16="http://schemas.microsoft.com/office/drawing/2014/main" id="{B2474CAA-635F-43E4-AFFF-B24637DC6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94" name="Freeform 28">
              <a:extLst>
                <a:ext uri="{FF2B5EF4-FFF2-40B4-BE49-F238E27FC236}">
                  <a16:creationId xmlns:a16="http://schemas.microsoft.com/office/drawing/2014/main" id="{1C1B778D-83CB-443C-B463-7EE26603E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95" name="Freeform 29">
              <a:extLst>
                <a:ext uri="{FF2B5EF4-FFF2-40B4-BE49-F238E27FC236}">
                  <a16:creationId xmlns:a16="http://schemas.microsoft.com/office/drawing/2014/main" id="{654DEAB4-B194-4182-A7BE-E247F19AA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96" name="Freeform 30">
              <a:extLst>
                <a:ext uri="{FF2B5EF4-FFF2-40B4-BE49-F238E27FC236}">
                  <a16:creationId xmlns:a16="http://schemas.microsoft.com/office/drawing/2014/main" id="{D8E3CE4C-0C48-485B-8EA0-B036FCC33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97" name="Freeform 31">
              <a:extLst>
                <a:ext uri="{FF2B5EF4-FFF2-40B4-BE49-F238E27FC236}">
                  <a16:creationId xmlns:a16="http://schemas.microsoft.com/office/drawing/2014/main" id="{7958BBBD-B721-4DA1-8764-D8188EB706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98" name="Freeform 32">
              <a:extLst>
                <a:ext uri="{FF2B5EF4-FFF2-40B4-BE49-F238E27FC236}">
                  <a16:creationId xmlns:a16="http://schemas.microsoft.com/office/drawing/2014/main" id="{23180B75-7F19-41E5-A4C3-9096FF7D19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499" name="Rectangle 33">
              <a:extLst>
                <a:ext uri="{FF2B5EF4-FFF2-40B4-BE49-F238E27FC236}">
                  <a16:creationId xmlns:a16="http://schemas.microsoft.com/office/drawing/2014/main" id="{57F706CF-8096-494C-A6E1-5BE7F62306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500" name="Freeform 34">
              <a:extLst>
                <a:ext uri="{FF2B5EF4-FFF2-40B4-BE49-F238E27FC236}">
                  <a16:creationId xmlns:a16="http://schemas.microsoft.com/office/drawing/2014/main" id="{8B4065A5-6701-492B-BE7F-9E00FE615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501" name="Freeform 35">
              <a:extLst>
                <a:ext uri="{FF2B5EF4-FFF2-40B4-BE49-F238E27FC236}">
                  <a16:creationId xmlns:a16="http://schemas.microsoft.com/office/drawing/2014/main" id="{66E06571-DDD0-47CB-97CF-FF8432467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502" name="Freeform 36">
              <a:extLst>
                <a:ext uri="{FF2B5EF4-FFF2-40B4-BE49-F238E27FC236}">
                  <a16:creationId xmlns:a16="http://schemas.microsoft.com/office/drawing/2014/main" id="{50F0D75F-DE36-46A5-8FEB-00CF9D01A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503" name="Freeform 37">
              <a:extLst>
                <a:ext uri="{FF2B5EF4-FFF2-40B4-BE49-F238E27FC236}">
                  <a16:creationId xmlns:a16="http://schemas.microsoft.com/office/drawing/2014/main" id="{C7AF11B9-2298-41D7-9878-99E19E827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504" name="Freeform 38">
              <a:extLst>
                <a:ext uri="{FF2B5EF4-FFF2-40B4-BE49-F238E27FC236}">
                  <a16:creationId xmlns:a16="http://schemas.microsoft.com/office/drawing/2014/main" id="{7B43B683-4229-4623-A504-56FE6CCB5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505" name="Freeform 39">
              <a:extLst>
                <a:ext uri="{FF2B5EF4-FFF2-40B4-BE49-F238E27FC236}">
                  <a16:creationId xmlns:a16="http://schemas.microsoft.com/office/drawing/2014/main" id="{7B4CC276-9BB9-4394-A369-F7DB2BD8E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506" name="Freeform 40">
              <a:extLst>
                <a:ext uri="{FF2B5EF4-FFF2-40B4-BE49-F238E27FC236}">
                  <a16:creationId xmlns:a16="http://schemas.microsoft.com/office/drawing/2014/main" id="{98010162-18EE-455C-AABD-0B715C2BBF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507" name="Freeform 41">
              <a:extLst>
                <a:ext uri="{FF2B5EF4-FFF2-40B4-BE49-F238E27FC236}">
                  <a16:creationId xmlns:a16="http://schemas.microsoft.com/office/drawing/2014/main" id="{5950D288-22B2-4286-B4FB-D6665C103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508" name="Freeform 42">
              <a:extLst>
                <a:ext uri="{FF2B5EF4-FFF2-40B4-BE49-F238E27FC236}">
                  <a16:creationId xmlns:a16="http://schemas.microsoft.com/office/drawing/2014/main" id="{E0A686CA-B0EF-4B0C-B69B-E715EA3E54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509" name="Freeform 43">
              <a:extLst>
                <a:ext uri="{FF2B5EF4-FFF2-40B4-BE49-F238E27FC236}">
                  <a16:creationId xmlns:a16="http://schemas.microsoft.com/office/drawing/2014/main" id="{75D61EE6-C405-433B-AEC8-6241D5472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510" name="Freeform 44">
              <a:extLst>
                <a:ext uri="{FF2B5EF4-FFF2-40B4-BE49-F238E27FC236}">
                  <a16:creationId xmlns:a16="http://schemas.microsoft.com/office/drawing/2014/main" id="{4C718553-7221-4BFF-AFEE-64E166C6A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511" name="Rectangle 45">
              <a:extLst>
                <a:ext uri="{FF2B5EF4-FFF2-40B4-BE49-F238E27FC236}">
                  <a16:creationId xmlns:a16="http://schemas.microsoft.com/office/drawing/2014/main" id="{9F00A845-A7BB-4253-8C15-0FF3D05980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512" name="Freeform 46">
              <a:extLst>
                <a:ext uri="{FF2B5EF4-FFF2-40B4-BE49-F238E27FC236}">
                  <a16:creationId xmlns:a16="http://schemas.microsoft.com/office/drawing/2014/main" id="{53476DBF-E7E4-46E9-AAF2-8810E14EEC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513" name="Freeform 47">
              <a:extLst>
                <a:ext uri="{FF2B5EF4-FFF2-40B4-BE49-F238E27FC236}">
                  <a16:creationId xmlns:a16="http://schemas.microsoft.com/office/drawing/2014/main" id="{4F608C86-9940-444C-B200-155DF4E02B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514" name="Freeform 48">
              <a:extLst>
                <a:ext uri="{FF2B5EF4-FFF2-40B4-BE49-F238E27FC236}">
                  <a16:creationId xmlns:a16="http://schemas.microsoft.com/office/drawing/2014/main" id="{BB49A08B-2E6F-4B8C-8F61-6869B069B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515" name="Freeform 49">
              <a:extLst>
                <a:ext uri="{FF2B5EF4-FFF2-40B4-BE49-F238E27FC236}">
                  <a16:creationId xmlns:a16="http://schemas.microsoft.com/office/drawing/2014/main" id="{03A08195-C526-497F-89D0-566E91704B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516" name="Freeform 50">
              <a:extLst>
                <a:ext uri="{FF2B5EF4-FFF2-40B4-BE49-F238E27FC236}">
                  <a16:creationId xmlns:a16="http://schemas.microsoft.com/office/drawing/2014/main" id="{235FDAAF-2063-40C9-BE1C-7E116C8A3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517" name="Freeform 51">
              <a:extLst>
                <a:ext uri="{FF2B5EF4-FFF2-40B4-BE49-F238E27FC236}">
                  <a16:creationId xmlns:a16="http://schemas.microsoft.com/office/drawing/2014/main" id="{2EAF15FA-570E-412B-992B-CAAB83384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518" name="Freeform 52">
              <a:extLst>
                <a:ext uri="{FF2B5EF4-FFF2-40B4-BE49-F238E27FC236}">
                  <a16:creationId xmlns:a16="http://schemas.microsoft.com/office/drawing/2014/main" id="{91FCA14D-FA3E-44C1-B8CB-8C8B73048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519" name="Freeform 53">
              <a:extLst>
                <a:ext uri="{FF2B5EF4-FFF2-40B4-BE49-F238E27FC236}">
                  <a16:creationId xmlns:a16="http://schemas.microsoft.com/office/drawing/2014/main" id="{A889215B-3708-4985-A1D7-42A99B357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520" name="Freeform 54">
              <a:extLst>
                <a:ext uri="{FF2B5EF4-FFF2-40B4-BE49-F238E27FC236}">
                  <a16:creationId xmlns:a16="http://schemas.microsoft.com/office/drawing/2014/main" id="{5C58C66E-AFD4-4A37-9646-FF8A511A6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521" name="Freeform 55">
              <a:extLst>
                <a:ext uri="{FF2B5EF4-FFF2-40B4-BE49-F238E27FC236}">
                  <a16:creationId xmlns:a16="http://schemas.microsoft.com/office/drawing/2014/main" id="{F99DC7ED-E983-4ACA-B702-727C2A5939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522" name="Freeform 56">
              <a:extLst>
                <a:ext uri="{FF2B5EF4-FFF2-40B4-BE49-F238E27FC236}">
                  <a16:creationId xmlns:a16="http://schemas.microsoft.com/office/drawing/2014/main" id="{918FC910-5BDA-49AE-95A5-774012D2D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523" name="Freeform 57">
              <a:extLst>
                <a:ext uri="{FF2B5EF4-FFF2-40B4-BE49-F238E27FC236}">
                  <a16:creationId xmlns:a16="http://schemas.microsoft.com/office/drawing/2014/main" id="{AA1E286C-EECB-46DC-9505-501CCDD8B8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524" name="Freeform 58">
              <a:extLst>
                <a:ext uri="{FF2B5EF4-FFF2-40B4-BE49-F238E27FC236}">
                  <a16:creationId xmlns:a16="http://schemas.microsoft.com/office/drawing/2014/main" id="{A838D816-F9F3-4AB2-92C6-1F986D0B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212924" y="4539573"/>
            <a:ext cx="6718151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100">
                <a:solidFill>
                  <a:srgbClr val="FFFFFF"/>
                </a:solidFill>
              </a:rPr>
              <a:t>Informação de contato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1433456" y="5722411"/>
            <a:ext cx="6277087" cy="48033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cap="all" dirty="0">
                <a:solidFill>
                  <a:schemeClr val="bg2"/>
                </a:solidFill>
              </a:rPr>
              <a:t>oer_biosciences@dominio.pt</a:t>
            </a:r>
          </a:p>
        </p:txBody>
      </p:sp>
      <p:sp useBgFill="1">
        <p:nvSpPr>
          <p:cNvPr id="51526" name="Round Diagonal Corner Rectangle 6">
            <a:extLst>
              <a:ext uri="{FF2B5EF4-FFF2-40B4-BE49-F238E27FC236}">
                <a16:creationId xmlns:a16="http://schemas.microsoft.com/office/drawing/2014/main" id="{4683B8BC-85C4-41F2-9CD3-B074823B6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230" y="639965"/>
            <a:ext cx="8159993" cy="3598548"/>
          </a:xfrm>
          <a:prstGeom prst="round2DiagRect">
            <a:avLst>
              <a:gd name="adj1" fmla="val 9529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405" name="Graphic 51404" descr="E-mail">
            <a:extLst>
              <a:ext uri="{FF2B5EF4-FFF2-40B4-BE49-F238E27FC236}">
                <a16:creationId xmlns:a16="http://schemas.microsoft.com/office/drawing/2014/main" id="{6BD3F083-0FCF-B64E-7804-F27D27E25E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92480" y="951493"/>
            <a:ext cx="2975493" cy="297549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1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INEDINNAVIGATOR" val="False"/>
  <p:tag name="BRANCHTO" val="0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01017848">
  <a:themeElements>
    <a:clrScheme name="tp939[1] 6">
      <a:dk1>
        <a:srgbClr val="000000"/>
      </a:dk1>
      <a:lt1>
        <a:srgbClr val="FFFFFF"/>
      </a:lt1>
      <a:dk2>
        <a:srgbClr val="000000"/>
      </a:dk2>
      <a:lt2>
        <a:srgbClr val="996633"/>
      </a:lt2>
      <a:accent1>
        <a:srgbClr val="CC9900"/>
      </a:accent1>
      <a:accent2>
        <a:srgbClr val="FFE28F"/>
      </a:accent2>
      <a:accent3>
        <a:srgbClr val="FFFFFF"/>
      </a:accent3>
      <a:accent4>
        <a:srgbClr val="000000"/>
      </a:accent4>
      <a:accent5>
        <a:srgbClr val="E2CAAA"/>
      </a:accent5>
      <a:accent6>
        <a:srgbClr val="E7CD81"/>
      </a:accent6>
      <a:hlink>
        <a:srgbClr val="996633"/>
      </a:hlink>
      <a:folHlink>
        <a:srgbClr val="FF9900"/>
      </a:folHlink>
    </a:clrScheme>
    <a:fontScheme name="tp939[1]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tp939[1] 1">
        <a:dk1>
          <a:srgbClr val="808080"/>
        </a:dk1>
        <a:lt1>
          <a:srgbClr val="F8F8F8"/>
        </a:lt1>
        <a:dk2>
          <a:srgbClr val="000000"/>
        </a:dk2>
        <a:lt2>
          <a:srgbClr val="FFFFFF"/>
        </a:lt2>
        <a:accent1>
          <a:srgbClr val="6699FF"/>
        </a:accent1>
        <a:accent2>
          <a:srgbClr val="9933FF"/>
        </a:accent2>
        <a:accent3>
          <a:srgbClr val="AAAAAA"/>
        </a:accent3>
        <a:accent4>
          <a:srgbClr val="D4D4D4"/>
        </a:accent4>
        <a:accent5>
          <a:srgbClr val="B8CAFF"/>
        </a:accent5>
        <a:accent6>
          <a:srgbClr val="8A2DE7"/>
        </a:accent6>
        <a:hlink>
          <a:srgbClr val="00FFFF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p939[1] 2">
        <a:dk1>
          <a:srgbClr val="000066"/>
        </a:dk1>
        <a:lt1>
          <a:srgbClr val="FFFFFF"/>
        </a:lt1>
        <a:dk2>
          <a:srgbClr val="3333FF"/>
        </a:dk2>
        <a:lt2>
          <a:srgbClr val="3399FF"/>
        </a:lt2>
        <a:accent1>
          <a:srgbClr val="66CCFF"/>
        </a:accent1>
        <a:accent2>
          <a:srgbClr val="FF66FF"/>
        </a:accent2>
        <a:accent3>
          <a:srgbClr val="FFFFFF"/>
        </a:accent3>
        <a:accent4>
          <a:srgbClr val="000056"/>
        </a:accent4>
        <a:accent5>
          <a:srgbClr val="B8E2FF"/>
        </a:accent5>
        <a:accent6>
          <a:srgbClr val="E75CE7"/>
        </a:accent6>
        <a:hlink>
          <a:srgbClr val="CC00CC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p939[1]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69696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C8C8C8"/>
        </a:accent6>
        <a:hlink>
          <a:srgbClr val="3333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p939[1] 4">
        <a:dk1>
          <a:srgbClr val="808080"/>
        </a:dk1>
        <a:lt1>
          <a:srgbClr val="F8F8F8"/>
        </a:lt1>
        <a:dk2>
          <a:srgbClr val="000000"/>
        </a:dk2>
        <a:lt2>
          <a:srgbClr val="FFFFFF"/>
        </a:lt2>
        <a:accent1>
          <a:srgbClr val="CC9900"/>
        </a:accent1>
        <a:accent2>
          <a:srgbClr val="996600"/>
        </a:accent2>
        <a:accent3>
          <a:srgbClr val="AAAAAA"/>
        </a:accent3>
        <a:accent4>
          <a:srgbClr val="D4D4D4"/>
        </a:accent4>
        <a:accent5>
          <a:srgbClr val="E2CAAA"/>
        </a:accent5>
        <a:accent6>
          <a:srgbClr val="8A5C00"/>
        </a:accent6>
        <a:hlink>
          <a:srgbClr val="CCCC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p939[1] 5">
        <a:dk1>
          <a:srgbClr val="000000"/>
        </a:dk1>
        <a:lt1>
          <a:srgbClr val="FFFFFF"/>
        </a:lt1>
        <a:dk2>
          <a:srgbClr val="000000"/>
        </a:dk2>
        <a:lt2>
          <a:srgbClr val="996633"/>
        </a:lt2>
        <a:accent1>
          <a:srgbClr val="CC9900"/>
        </a:accent1>
        <a:accent2>
          <a:srgbClr val="FFECB7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E7D6A6"/>
        </a:accent6>
        <a:hlink>
          <a:srgbClr val="996633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p939[1] 6">
        <a:dk1>
          <a:srgbClr val="000000"/>
        </a:dk1>
        <a:lt1>
          <a:srgbClr val="FFFFFF"/>
        </a:lt1>
        <a:dk2>
          <a:srgbClr val="000000"/>
        </a:dk2>
        <a:lt2>
          <a:srgbClr val="996633"/>
        </a:lt2>
        <a:accent1>
          <a:srgbClr val="CC9900"/>
        </a:accent1>
        <a:accent2>
          <a:srgbClr val="FFE28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E7CD81"/>
        </a:accent6>
        <a:hlink>
          <a:srgbClr val="996633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8289c1ac-6532-4c62-99f0-6d047703163c" xsi:nil="true"/>
    <AssetExpire xmlns="8289c1ac-6532-4c62-99f0-6d047703163c">2035-01-01T08:00:00+00:00</AssetExpire>
    <CampaignTagsTaxHTField0 xmlns="8289c1ac-6532-4c62-99f0-6d047703163c">
      <Terms xmlns="http://schemas.microsoft.com/office/infopath/2007/PartnerControls"/>
    </CampaignTagsTaxHTField0>
    <IntlLangReviewDate xmlns="8289c1ac-6532-4c62-99f0-6d047703163c" xsi:nil="true"/>
    <TPFriendlyName xmlns="8289c1ac-6532-4c62-99f0-6d047703163c" xsi:nil="true"/>
    <IntlLangReview xmlns="8289c1ac-6532-4c62-99f0-6d047703163c">false</IntlLangReview>
    <LocLastLocAttemptVersionLookup xmlns="8289c1ac-6532-4c62-99f0-6d047703163c">791280</LocLastLocAttemptVersionLookup>
    <PolicheckWords xmlns="8289c1ac-6532-4c62-99f0-6d047703163c" xsi:nil="true"/>
    <SubmitterId xmlns="8289c1ac-6532-4c62-99f0-6d047703163c" xsi:nil="true"/>
    <AcquiredFrom xmlns="8289c1ac-6532-4c62-99f0-6d047703163c">Internal MS</AcquiredFrom>
    <EditorialStatus xmlns="8289c1ac-6532-4c62-99f0-6d047703163c" xsi:nil="true"/>
    <Markets xmlns="8289c1ac-6532-4c62-99f0-6d047703163c"/>
    <OriginAsset xmlns="8289c1ac-6532-4c62-99f0-6d047703163c" xsi:nil="true"/>
    <AssetStart xmlns="8289c1ac-6532-4c62-99f0-6d047703163c">2012-01-17T22:47:00+00:00</AssetStart>
    <FriendlyTitle xmlns="8289c1ac-6532-4c62-99f0-6d047703163c" xsi:nil="true"/>
    <MarketSpecific xmlns="8289c1ac-6532-4c62-99f0-6d047703163c">false</MarketSpecific>
    <TPNamespace xmlns="8289c1ac-6532-4c62-99f0-6d047703163c" xsi:nil="true"/>
    <PublishStatusLookup xmlns="8289c1ac-6532-4c62-99f0-6d047703163c">
      <Value>328682</Value>
      <Value>328684</Value>
    </PublishStatusLookup>
    <APAuthor xmlns="8289c1ac-6532-4c62-99f0-6d047703163c">
      <UserInfo>
        <DisplayName>REDMOND\v-gakel</DisplayName>
        <AccountId>2721</AccountId>
        <AccountType/>
      </UserInfo>
    </APAuthor>
    <TPCommandLine xmlns="8289c1ac-6532-4c62-99f0-6d047703163c" xsi:nil="true"/>
    <IntlLangReviewer xmlns="8289c1ac-6532-4c62-99f0-6d047703163c" xsi:nil="true"/>
    <OpenTemplate xmlns="8289c1ac-6532-4c62-99f0-6d047703163c">true</OpenTemplate>
    <CSXSubmissionDate xmlns="8289c1ac-6532-4c62-99f0-6d047703163c" xsi:nil="true"/>
    <TaxCatchAll xmlns="8289c1ac-6532-4c62-99f0-6d047703163c"/>
    <Manager xmlns="8289c1ac-6532-4c62-99f0-6d047703163c" xsi:nil="true"/>
    <NumericId xmlns="8289c1ac-6532-4c62-99f0-6d047703163c" xsi:nil="true"/>
    <ParentAssetId xmlns="8289c1ac-6532-4c62-99f0-6d047703163c" xsi:nil="true"/>
    <OriginalSourceMarket xmlns="8289c1ac-6532-4c62-99f0-6d047703163c">english</OriginalSourceMarket>
    <ApprovalStatus xmlns="8289c1ac-6532-4c62-99f0-6d047703163c">InProgress</ApprovalStatus>
    <TPComponent xmlns="8289c1ac-6532-4c62-99f0-6d047703163c" xsi:nil="true"/>
    <EditorialTags xmlns="8289c1ac-6532-4c62-99f0-6d047703163c" xsi:nil="true"/>
    <TPExecutable xmlns="8289c1ac-6532-4c62-99f0-6d047703163c" xsi:nil="true"/>
    <TPLaunchHelpLink xmlns="8289c1ac-6532-4c62-99f0-6d047703163c" xsi:nil="true"/>
    <LocComments xmlns="8289c1ac-6532-4c62-99f0-6d047703163c" xsi:nil="true"/>
    <LocRecommendedHandoff xmlns="8289c1ac-6532-4c62-99f0-6d047703163c" xsi:nil="true"/>
    <SourceTitle xmlns="8289c1ac-6532-4c62-99f0-6d047703163c">Sales presentation on product or service</SourceTitle>
    <CSXUpdate xmlns="8289c1ac-6532-4c62-99f0-6d047703163c">false</CSXUpdate>
    <IntlLocPriority xmlns="8289c1ac-6532-4c62-99f0-6d047703163c" xsi:nil="true"/>
    <UAProjectedTotalWords xmlns="8289c1ac-6532-4c62-99f0-6d047703163c" xsi:nil="true"/>
    <AssetType xmlns="8289c1ac-6532-4c62-99f0-6d047703163c">TP</AssetType>
    <MachineTranslated xmlns="8289c1ac-6532-4c62-99f0-6d047703163c">false</MachineTranslated>
    <OutputCachingOn xmlns="8289c1ac-6532-4c62-99f0-6d047703163c">false</OutputCachingOn>
    <TemplateStatus xmlns="8289c1ac-6532-4c62-99f0-6d047703163c">Complete</TemplateStatus>
    <IsSearchable xmlns="8289c1ac-6532-4c62-99f0-6d047703163c">true</IsSearchable>
    <ContentItem xmlns="8289c1ac-6532-4c62-99f0-6d047703163c" xsi:nil="true"/>
    <HandoffToMSDN xmlns="8289c1ac-6532-4c62-99f0-6d047703163c" xsi:nil="true"/>
    <ShowIn xmlns="8289c1ac-6532-4c62-99f0-6d047703163c">Show everywhere</ShowIn>
    <ThumbnailAssetId xmlns="8289c1ac-6532-4c62-99f0-6d047703163c" xsi:nil="true"/>
    <UALocComments xmlns="8289c1ac-6532-4c62-99f0-6d047703163c">2007 Template UpLeveling Do Not HandOff</UALocComments>
    <UALocRecommendation xmlns="8289c1ac-6532-4c62-99f0-6d047703163c">Localize</UALocRecommendation>
    <LastModifiedDateTime xmlns="8289c1ac-6532-4c62-99f0-6d047703163c" xsi:nil="true"/>
    <LegacyData xmlns="8289c1ac-6532-4c62-99f0-6d047703163c" xsi:nil="true"/>
    <LocManualTestRequired xmlns="8289c1ac-6532-4c62-99f0-6d047703163c">false</LocManualTestRequired>
    <ClipArtFilename xmlns="8289c1ac-6532-4c62-99f0-6d047703163c" xsi:nil="true"/>
    <TPApplication xmlns="8289c1ac-6532-4c62-99f0-6d047703163c" xsi:nil="true"/>
    <CSXHash xmlns="8289c1ac-6532-4c62-99f0-6d047703163c" xsi:nil="true"/>
    <DirectSourceMarket xmlns="8289c1ac-6532-4c62-99f0-6d047703163c">english</DirectSourceMarket>
    <PrimaryImageGen xmlns="8289c1ac-6532-4c62-99f0-6d047703163c">true</PrimaryImageGen>
    <PlannedPubDate xmlns="8289c1ac-6532-4c62-99f0-6d047703163c" xsi:nil="true"/>
    <CSXSubmissionMarket xmlns="8289c1ac-6532-4c62-99f0-6d047703163c" xsi:nil="true"/>
    <Downloads xmlns="8289c1ac-6532-4c62-99f0-6d047703163c">0</Downloads>
    <ArtSampleDocs xmlns="8289c1ac-6532-4c62-99f0-6d047703163c" xsi:nil="true"/>
    <TrustLevel xmlns="8289c1ac-6532-4c62-99f0-6d047703163c">1 Microsoft Managed Content</TrustLevel>
    <BlockPublish xmlns="8289c1ac-6532-4c62-99f0-6d047703163c">false</BlockPublish>
    <TPLaunchHelpLinkType xmlns="8289c1ac-6532-4c62-99f0-6d047703163c">Template</TPLaunchHelpLinkType>
    <LocalizationTagsTaxHTField0 xmlns="8289c1ac-6532-4c62-99f0-6d047703163c">
      <Terms xmlns="http://schemas.microsoft.com/office/infopath/2007/PartnerControls"/>
    </LocalizationTagsTaxHTField0>
    <BusinessGroup xmlns="8289c1ac-6532-4c62-99f0-6d047703163c" xsi:nil="true"/>
    <Providers xmlns="8289c1ac-6532-4c62-99f0-6d047703163c" xsi:nil="true"/>
    <TemplateTemplateType xmlns="8289c1ac-6532-4c62-99f0-6d047703163c">PowerPoint 2003 Default</TemplateTemplateType>
    <TimesCloned xmlns="8289c1ac-6532-4c62-99f0-6d047703163c" xsi:nil="true"/>
    <TPAppVersion xmlns="8289c1ac-6532-4c62-99f0-6d047703163c" xsi:nil="true"/>
    <VoteCount xmlns="8289c1ac-6532-4c62-99f0-6d047703163c" xsi:nil="true"/>
    <FeatureTagsTaxHTField0 xmlns="8289c1ac-6532-4c62-99f0-6d047703163c">
      <Terms xmlns="http://schemas.microsoft.com/office/infopath/2007/PartnerControls"/>
    </FeatureTagsTaxHTField0>
    <Provider xmlns="8289c1ac-6532-4c62-99f0-6d047703163c" xsi:nil="true"/>
    <UACurrentWords xmlns="8289c1ac-6532-4c62-99f0-6d047703163c" xsi:nil="true"/>
    <AssetId xmlns="8289c1ac-6532-4c62-99f0-6d047703163c">TP102817384</AssetId>
    <TPClientViewer xmlns="8289c1ac-6532-4c62-99f0-6d047703163c" xsi:nil="true"/>
    <DSATActionTaken xmlns="8289c1ac-6532-4c62-99f0-6d047703163c" xsi:nil="true"/>
    <APEditor xmlns="8289c1ac-6532-4c62-99f0-6d047703163c">
      <UserInfo>
        <DisplayName/>
        <AccountId xsi:nil="true"/>
        <AccountType/>
      </UserInfo>
    </APEditor>
    <TPInstallLocation xmlns="8289c1ac-6532-4c62-99f0-6d047703163c" xsi:nil="true"/>
    <OOCacheId xmlns="8289c1ac-6532-4c62-99f0-6d047703163c" xsi:nil="true"/>
    <IsDeleted xmlns="8289c1ac-6532-4c62-99f0-6d047703163c">false</IsDeleted>
    <PublishTargets xmlns="8289c1ac-6532-4c62-99f0-6d047703163c">OfficeOnline,OfficeOnlineVNext</PublishTargets>
    <ApprovalLog xmlns="8289c1ac-6532-4c62-99f0-6d047703163c" xsi:nil="true"/>
    <BugNumber xmlns="8289c1ac-6532-4c62-99f0-6d047703163c" xsi:nil="true"/>
    <CrawlForDependencies xmlns="8289c1ac-6532-4c62-99f0-6d047703163c">false</CrawlForDependencies>
    <InternalTagsTaxHTField0 xmlns="8289c1ac-6532-4c62-99f0-6d047703163c">
      <Terms xmlns="http://schemas.microsoft.com/office/infopath/2007/PartnerControls"/>
    </InternalTagsTaxHTField0>
    <LastHandOff xmlns="8289c1ac-6532-4c62-99f0-6d047703163c" xsi:nil="true"/>
    <Milestone xmlns="8289c1ac-6532-4c62-99f0-6d047703163c" xsi:nil="true"/>
    <OriginalRelease xmlns="8289c1ac-6532-4c62-99f0-6d047703163c">14</OriginalRelease>
    <RecommendationsModifier xmlns="8289c1ac-6532-4c62-99f0-6d047703163c" xsi:nil="true"/>
    <ScenarioTagsTaxHTField0 xmlns="8289c1ac-6532-4c62-99f0-6d047703163c">
      <Terms xmlns="http://schemas.microsoft.com/office/infopath/2007/PartnerControls"/>
    </ScenarioTagsTaxHTField0>
    <UANotes xmlns="8289c1ac-6532-4c62-99f0-6d047703163c" xsi:nil="true"/>
    <LocMarketGroupTiers2 xmlns="8289c1ac-6532-4c62-99f0-6d047703163c">,t:Tier 1,t:Tier 2,t:Tier 3,</LocMarketGroupTiers2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5EB5FCBB1E5ECD4D83FA6E62BA4F98FF04003B76559807ED7042AFCC9CD6E0E16B7A" ma:contentTypeVersion="56" ma:contentTypeDescription="Create a new document." ma:contentTypeScope="" ma:versionID="1bb8166288bc6583df760821a8465e9a">
  <xsd:schema xmlns:xsd="http://www.w3.org/2001/XMLSchema" xmlns:xs="http://www.w3.org/2001/XMLSchema" xmlns:p="http://schemas.microsoft.com/office/2006/metadata/properties" xmlns:ns2="8289c1ac-6532-4c62-99f0-6d047703163c" targetNamespace="http://schemas.microsoft.com/office/2006/metadata/properties" ma:root="true" ma:fieldsID="72dad6d391a7c203314e0cd163637bed" ns2:_="">
    <xsd:import namespace="8289c1ac-6532-4c62-99f0-6d047703163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89c1ac-6532-4c62-99f0-6d047703163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BlockPublish" ma:index="12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3" nillable="true" ma:displayName="Bug Number" ma:default="" ma:internalName="BugNumber" ma:readOnly="false">
      <xsd:simpleType>
        <xsd:restriction base="dms:Text"/>
      </xsd:simpleType>
    </xsd:element>
    <xsd:element name="CampaignTagsTaxHTField0" ma:index="15" nillable="true" ma:taxonomy="true" ma:internalName="CampaignTagsTaxHTField0" ma:taxonomyFieldName="CampaignTags" ma:displayName="Campaigns" ma:readOnly="false" ma:default="" ma:fieldId="{bdf52740-a1d7-4610-92ff-f21b5e9dc0f6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6" nillable="true" ma:displayName="Client Viewer" ma:default="" ma:internalName="TPClientViewer">
      <xsd:simpleType>
        <xsd:restriction base="dms:Text"/>
      </xsd:simpleType>
    </xsd:element>
    <xsd:element name="ClipArtFilename" ma:index="17" nillable="true" ma:displayName="Clip Art Name" ma:default="" ma:internalName="ClipArtFilename" ma:readOnly="false">
      <xsd:simpleType>
        <xsd:restriction base="dms:Text"/>
      </xsd:simpleType>
    </xsd:element>
    <xsd:element name="TPCommandLine" ma:index="18" nillable="true" ma:displayName="Command Line" ma:default="" ma:internalName="TPCommandLine">
      <xsd:simpleType>
        <xsd:restriction base="dms:Text"/>
      </xsd:simpleType>
    </xsd:element>
    <xsd:element name="TPComponent" ma:index="19" nillable="true" ma:displayName="Component" ma:default="" ma:internalName="TPComponent">
      <xsd:simpleType>
        <xsd:restriction base="dms:Text"/>
      </xsd:simpleType>
    </xsd:element>
    <xsd:element name="ContentItem" ma:index="20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2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5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6" nillable="true" ma:displayName="CSX Submission Market" ma:default="" ma:list="{96D3B97A-7091-4962-A628-1341EA054D1C}" ma:internalName="CSXSubmissionMarket" ma:readOnly="false" ma:showField="MarketName" ma:web="8289c1ac-6532-4c62-99f0-6d047703163c">
      <xsd:simpleType>
        <xsd:restriction base="dms:Lookup"/>
      </xsd:simpleType>
    </xsd:element>
    <xsd:element name="CSXUpdate" ma:index="27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8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29" nillable="true" ma:displayName="Deleted?" ma:default="" ma:internalName="IsDeleted" ma:readOnly="false">
      <xsd:simpleType>
        <xsd:restriction base="dms:Boolean"/>
      </xsd:simpleType>
    </xsd:element>
    <xsd:element name="APDescription" ma:index="30" nillable="true" ma:displayName="Description" ma:default="" ma:internalName="APDescription" ma:readOnly="false">
      <xsd:simpleType>
        <xsd:restriction base="dms:Note"/>
      </xsd:simpleType>
    </xsd:element>
    <xsd:element name="DirectSourceMarket" ma:index="31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2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3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4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5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6" nillable="true" ma:displayName="Editorial Tags" ma:default="" ma:internalName="EditorialTags">
      <xsd:simpleType>
        <xsd:restriction base="dms:Unknown"/>
      </xsd:simpleType>
    </xsd:element>
    <xsd:element name="TPExecutable" ma:index="37" nillable="true" ma:displayName="Executable" ma:default="" ma:internalName="TPExecutable">
      <xsd:simpleType>
        <xsd:restriction base="dms:Text"/>
      </xsd:simpleType>
    </xsd:element>
    <xsd:element name="FeatureTagsTaxHTField0" ma:index="39" nillable="true" ma:taxonomy="true" ma:internalName="FeatureTagsTaxHTField0" ma:taxonomyFieldName="FeatureTags" ma:displayName="Features" ma:readOnly="false" ma:default="" ma:fieldId="{b1724e4d-c2fd-4cce-a4dc-25a6fb8b18d0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0" nillable="true" ma:displayName="Friendly Name" ma:default="" ma:internalName="TPFriendlyName">
      <xsd:simpleType>
        <xsd:restriction base="dms:Text"/>
      </xsd:simpleType>
    </xsd:element>
    <xsd:element name="FriendlyTitle" ma:index="41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2" nillable="true" ma:displayName="Generate Images?" ma:default="true" ma:internalName="PrimaryImageGen">
      <xsd:simpleType>
        <xsd:restriction base="dms:Boolean"/>
      </xsd:simpleType>
    </xsd:element>
    <xsd:element name="HandoffToMSDN" ma:index="43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4" nillable="true" ma:displayName="InProjectListLookup" ma:list="{A3699821-3E8B-4D34-8D50-9149D36CA131}" ma:internalName="InProjectListLookup" ma:readOnly="true" ma:showField="InProjectList" ma:web="8289c1ac-6532-4c62-99f0-6d04770316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5" nillable="true" ma:displayName="Install Location" ma:default="" ma:internalName="TPInstallLocation">
      <xsd:simpleType>
        <xsd:restriction base="dms:Text"/>
      </xsd:simpleType>
    </xsd:element>
    <xsd:element name="InternalTagsTaxHTField0" ma:index="47" nillable="true" ma:taxonomy="true" ma:internalName="InternalTagsTaxHTField0" ma:taxonomyFieldName="InternalTags" ma:displayName="Internal Tags" ma:readOnly="false" ma:default="" ma:fieldId="{cedb78af-5ed4-499f-9639-632dc4fda4cc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8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49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0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1" nillable="true" ma:displayName="Last Complete Version Lookup" ma:default="" ma:list="{A3699821-3E8B-4D34-8D50-9149D36CA131}" ma:internalName="LastCompleteVersionLookup" ma:readOnly="true" ma:showField="LastCompleteVersion" ma:web="8289c1ac-6532-4c62-99f0-6d04770316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2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3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4" nillable="true" ma:displayName="Last Preview Attempt Error" ma:default="" ma:list="{A3699821-3E8B-4D34-8D50-9149D36CA131}" ma:internalName="LastPreviewErrorLookup" ma:readOnly="true" ma:showField="LastPreviewError" ma:web="8289c1ac-6532-4c62-99f0-6d04770316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5" nillable="true" ma:displayName="Last Preview Attempt Result" ma:default="" ma:list="{A3699821-3E8B-4D34-8D50-9149D36CA131}" ma:internalName="LastPreviewResultLookup" ma:readOnly="true" ma:showField="LastPreviewResult" ma:web="8289c1ac-6532-4c62-99f0-6d04770316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6" nillable="true" ma:displayName="Last Preview Attempted On" ma:default="" ma:list="{A3699821-3E8B-4D34-8D50-9149D36CA131}" ma:internalName="LastPreviewAttemptDateLookup" ma:readOnly="true" ma:showField="LastPreviewAttemptDate" ma:web="8289c1ac-6532-4c62-99f0-6d04770316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7" nillable="true" ma:displayName="Last Previewed By" ma:default="" ma:list="{A3699821-3E8B-4D34-8D50-9149D36CA131}" ma:internalName="LastPreviewedByLookup" ma:readOnly="true" ma:showField="LastPreviewedBy" ma:web="8289c1ac-6532-4c62-99f0-6d04770316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8" nillable="true" ma:displayName="Last Previewed Date" ma:default="" ma:list="{A3699821-3E8B-4D34-8D50-9149D36CA131}" ma:internalName="LastPreviewTimeLookup" ma:readOnly="true" ma:showField="LastPreviewTime" ma:web="8289c1ac-6532-4c62-99f0-6d04770316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59" nillable="true" ma:displayName="Last Previewed Version" ma:default="" ma:list="{A3699821-3E8B-4D34-8D50-9149D36CA131}" ma:internalName="LastPreviewVersionLookup" ma:readOnly="true" ma:showField="LastPreviewVersion" ma:web="8289c1ac-6532-4c62-99f0-6d04770316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0" nillable="true" ma:displayName="Last Publish Attempt Error" ma:default="" ma:list="{A3699821-3E8B-4D34-8D50-9149D36CA131}" ma:internalName="LastPublishErrorLookup" ma:readOnly="true" ma:showField="LastPublishError" ma:web="8289c1ac-6532-4c62-99f0-6d04770316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1" nillable="true" ma:displayName="Last Publish Attempt Result" ma:default="" ma:list="{A3699821-3E8B-4D34-8D50-9149D36CA131}" ma:internalName="LastPublishResultLookup" ma:readOnly="true" ma:showField="LastPublishResult" ma:web="8289c1ac-6532-4c62-99f0-6d04770316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2" nillable="true" ma:displayName="Last Publish Attempted On" ma:default="" ma:list="{A3699821-3E8B-4D34-8D50-9149D36CA131}" ma:internalName="LastPublishAttemptDateLookup" ma:readOnly="true" ma:showField="LastPublishAttemptDate" ma:web="8289c1ac-6532-4c62-99f0-6d04770316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3" nillable="true" ma:displayName="Last Published By" ma:default="" ma:list="{A3699821-3E8B-4D34-8D50-9149D36CA131}" ma:internalName="LastPublishedByLookup" ma:readOnly="true" ma:showField="LastPublishedBy" ma:web="8289c1ac-6532-4c62-99f0-6d04770316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4" nillable="true" ma:displayName="Last Published Date" ma:default="" ma:list="{A3699821-3E8B-4D34-8D50-9149D36CA131}" ma:internalName="LastPublishTimeLookup" ma:readOnly="true" ma:showField="LastPublishTime" ma:web="8289c1ac-6532-4c62-99f0-6d04770316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5" nillable="true" ma:displayName="Last Published Version" ma:default="" ma:list="{A3699821-3E8B-4D34-8D50-9149D36CA131}" ma:internalName="LastPublishVersionLookup" ma:readOnly="true" ma:showField="LastPublishVersion" ma:web="8289c1ac-6532-4c62-99f0-6d04770316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6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7" nillable="true" ma:displayName="Legacy Data" ma:default="" ma:internalName="LegacyData" ma:readOnly="false">
      <xsd:simpleType>
        <xsd:restriction base="dms:Note"/>
      </xsd:simpleType>
    </xsd:element>
    <xsd:element name="TPLaunchHelpLink" ma:index="68" nillable="true" ma:displayName="Link to Launch Help Topic" ma:default="" ma:internalName="TPLaunchHelpLink">
      <xsd:simpleType>
        <xsd:restriction base="dms:Text"/>
      </xsd:simpleType>
    </xsd:element>
    <xsd:element name="LocComments" ma:index="69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0" nillable="true" ma:displayName="Loc Last Loc Attempt Version" ma:default="" ma:list="{D2B51FE6-7DF0-4C74-A55C-454F0900EEA3}" ma:internalName="LocLastLocAttemptVersionLookup" ma:readOnly="false" ma:showField="LastLocAttemptVersion" ma:web="8289c1ac-6532-4c62-99f0-6d047703163c">
      <xsd:simpleType>
        <xsd:restriction base="dms:Lookup"/>
      </xsd:simpleType>
    </xsd:element>
    <xsd:element name="LocLastLocAttemptVersionTypeLookup" ma:index="71" nillable="true" ma:displayName="Loc Last Loc Attempt Version Type" ma:default="" ma:list="{D2B51FE6-7DF0-4C74-A55C-454F0900EEA3}" ma:internalName="LocLastLocAttemptVersionTypeLookup" ma:readOnly="true" ma:showField="LastLocAttemptVersionType" ma:web="8289c1ac-6532-4c62-99f0-6d047703163c">
      <xsd:simpleType>
        <xsd:restriction base="dms:Lookup"/>
      </xsd:simpleType>
    </xsd:element>
    <xsd:element name="LocManualTestRequired" ma:index="72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3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4" nillable="true" ma:displayName="Loc New Published Version Lookup" ma:default="" ma:list="{D2B51FE6-7DF0-4C74-A55C-454F0900EEA3}" ma:internalName="LocNewPublishedVersionLookup" ma:readOnly="true" ma:showField="NewPublishedVersion" ma:web="8289c1ac-6532-4c62-99f0-6d047703163c">
      <xsd:simpleType>
        <xsd:restriction base="dms:Lookup"/>
      </xsd:simpleType>
    </xsd:element>
    <xsd:element name="LocOverallHandbackStatusLookup" ma:index="75" nillable="true" ma:displayName="Loc Overall Handback Status" ma:default="" ma:list="{D2B51FE6-7DF0-4C74-A55C-454F0900EEA3}" ma:internalName="LocOverallHandbackStatusLookup" ma:readOnly="true" ma:showField="OverallHandbackStatus" ma:web="8289c1ac-6532-4c62-99f0-6d047703163c">
      <xsd:simpleType>
        <xsd:restriction base="dms:Lookup"/>
      </xsd:simpleType>
    </xsd:element>
    <xsd:element name="LocOverallLocStatusLookup" ma:index="76" nillable="true" ma:displayName="Loc Overall Localize Status" ma:default="" ma:list="{D2B51FE6-7DF0-4C74-A55C-454F0900EEA3}" ma:internalName="LocOverallLocStatusLookup" ma:readOnly="true" ma:showField="OverallLocStatus" ma:web="8289c1ac-6532-4c62-99f0-6d047703163c">
      <xsd:simpleType>
        <xsd:restriction base="dms:Lookup"/>
      </xsd:simpleType>
    </xsd:element>
    <xsd:element name="LocOverallPreviewStatusLookup" ma:index="77" nillable="true" ma:displayName="Loc Overall Preview Status" ma:default="" ma:list="{D2B51FE6-7DF0-4C74-A55C-454F0900EEA3}" ma:internalName="LocOverallPreviewStatusLookup" ma:readOnly="true" ma:showField="OverallPreviewStatus" ma:web="8289c1ac-6532-4c62-99f0-6d047703163c">
      <xsd:simpleType>
        <xsd:restriction base="dms:Lookup"/>
      </xsd:simpleType>
    </xsd:element>
    <xsd:element name="LocOverallPublishStatusLookup" ma:index="78" nillable="true" ma:displayName="Loc Overall Publish Status" ma:default="" ma:list="{D2B51FE6-7DF0-4C74-A55C-454F0900EEA3}" ma:internalName="LocOverallPublishStatusLookup" ma:readOnly="true" ma:showField="OverallPublishStatus" ma:web="8289c1ac-6532-4c62-99f0-6d047703163c">
      <xsd:simpleType>
        <xsd:restriction base="dms:Lookup"/>
      </xsd:simpleType>
    </xsd:element>
    <xsd:element name="IntlLocPriority" ma:index="79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0" nillable="true" ma:displayName="Loc Processed For Handoffs" ma:default="" ma:list="{D2B51FE6-7DF0-4C74-A55C-454F0900EEA3}" ma:internalName="LocProcessedForHandoffsLookup" ma:readOnly="true" ma:showField="ProcessedForHandoffs" ma:web="8289c1ac-6532-4c62-99f0-6d047703163c">
      <xsd:simpleType>
        <xsd:restriction base="dms:Lookup"/>
      </xsd:simpleType>
    </xsd:element>
    <xsd:element name="LocProcessedForMarketsLookup" ma:index="81" nillable="true" ma:displayName="Loc Processed For Markets" ma:default="" ma:list="{D2B51FE6-7DF0-4C74-A55C-454F0900EEA3}" ma:internalName="LocProcessedForMarketsLookup" ma:readOnly="true" ma:showField="ProcessedForMarkets" ma:web="8289c1ac-6532-4c62-99f0-6d047703163c">
      <xsd:simpleType>
        <xsd:restriction base="dms:Lookup"/>
      </xsd:simpleType>
    </xsd:element>
    <xsd:element name="LocPublishedDependentAssetsLookup" ma:index="82" nillable="true" ma:displayName="Loc Published Dependent Assets" ma:default="" ma:list="{D2B51FE6-7DF0-4C74-A55C-454F0900EEA3}" ma:internalName="LocPublishedDependentAssetsLookup" ma:readOnly="true" ma:showField="PublishedDependentAssets" ma:web="8289c1ac-6532-4c62-99f0-6d047703163c">
      <xsd:simpleType>
        <xsd:restriction base="dms:Lookup"/>
      </xsd:simpleType>
    </xsd:element>
    <xsd:element name="LocPublishedLinkedAssetsLookup" ma:index="83" nillable="true" ma:displayName="Loc Published Linked Assets" ma:default="" ma:list="{D2B51FE6-7DF0-4C74-A55C-454F0900EEA3}" ma:internalName="LocPublishedLinkedAssetsLookup" ma:readOnly="true" ma:showField="PublishedLinkedAssets" ma:web="8289c1ac-6532-4c62-99f0-6d047703163c">
      <xsd:simpleType>
        <xsd:restriction base="dms:Lookup"/>
      </xsd:simpleType>
    </xsd:element>
    <xsd:element name="LocRecommendedHandoff" ma:index="84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6" nillable="true" ma:taxonomy="true" ma:internalName="LocalizationTagsTaxHTField0" ma:taxonomyFieldName="LocalizationTags" ma:displayName="Localization Tags" ma:readOnly="false" ma:default="" ma:fieldId="{bfba7468-1461-4c33-b276-c6b0f11e56ac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7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8" nillable="true" ma:displayName="Manager" ma:hidden="true" ma:internalName="Manager" ma:readOnly="false">
      <xsd:simpleType>
        <xsd:restriction base="dms:Text"/>
      </xsd:simpleType>
    </xsd:element>
    <xsd:element name="Markets" ma:index="89" nillable="true" ma:displayName="Markets" ma:default="" ma:description="Leave blank to show in all markets" ma:list="{96D3B97A-7091-4962-A628-1341EA054D1C}" ma:internalName="Markets" ma:readOnly="false" ma:showField="MarketName" ma:web="8289c1ac-6532-4c62-99f0-6d04770316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0" nillable="true" ma:displayName="Milestone" ma:default="" ma:internalName="Milestone" ma:readOnly="false">
      <xsd:simpleType>
        <xsd:restriction base="dms:Unknown"/>
      </xsd:simpleType>
    </xsd:element>
    <xsd:element name="TPNamespace" ma:index="93" nillable="true" ma:displayName="Namespace" ma:default="" ma:internalName="TPNamespace">
      <xsd:simpleType>
        <xsd:restriction base="dms:Text"/>
      </xsd:simpleType>
    </xsd:element>
    <xsd:element name="NumericId" ma:index="94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5" nillable="true" ma:displayName="NumOfRatings" ma:default="" ma:list="{A3699821-3E8B-4D34-8D50-9149D36CA131}" ma:internalName="NumOfRatingsLookup" ma:readOnly="true" ma:showField="NumOfRatings" ma:web="8289c1ac-6532-4c62-99f0-6d04770316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6" nillable="true" ma:displayName="OOCacheId" ma:internalName="OOCacheId" ma:readOnly="false">
      <xsd:simpleType>
        <xsd:restriction base="dms:Text"/>
      </xsd:simpleType>
    </xsd:element>
    <xsd:element name="OpenTemplate" ma:index="97" nillable="true" ma:displayName="Open Template" ma:default="true" ma:internalName="OpenTemplate">
      <xsd:simpleType>
        <xsd:restriction base="dms:Boolean"/>
      </xsd:simpleType>
    </xsd:element>
    <xsd:element name="OriginAsset" ma:index="98" nillable="true" ma:displayName="Origin Asset" ma:default="" ma:internalName="OriginAsset" ma:readOnly="false">
      <xsd:simpleType>
        <xsd:restriction base="dms:Text"/>
      </xsd:simpleType>
    </xsd:element>
    <xsd:element name="OriginalRelease" ma:index="99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0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1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2" nillable="true" ma:displayName="Parent Asset Id" ma:default="" ma:internalName="ParentAssetId" ma:readOnly="false">
      <xsd:simpleType>
        <xsd:restriction base="dms:Text"/>
      </xsd:simpleType>
    </xsd:element>
    <xsd:element name="PlannedPubDate" ma:index="103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4" nillable="true" ma:displayName="Policheck Words" ma:default="" ma:internalName="PolicheckWords" ma:readOnly="false">
      <xsd:simpleType>
        <xsd:restriction base="dms:Text"/>
      </xsd:simpleType>
    </xsd:element>
    <xsd:element name="BusinessGroup" ma:index="105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6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7" nillable="true" ma:displayName="Provider" ma:default="" ma:internalName="Provider" ma:readOnly="false">
      <xsd:simpleType>
        <xsd:restriction base="dms:Unknown"/>
      </xsd:simpleType>
    </xsd:element>
    <xsd:element name="Providers" ma:index="108" nillable="true" ma:displayName="Providers" ma:default="" ma:internalName="Providers">
      <xsd:simpleType>
        <xsd:restriction base="dms:Unknown"/>
      </xsd:simpleType>
    </xsd:element>
    <xsd:element name="PublishStatusLookup" ma:index="109" nillable="true" ma:displayName="Publish Status" ma:default="" ma:list="{A3699821-3E8B-4D34-8D50-9149D36CA131}" ma:internalName="PublishStatusLookup" ma:readOnly="false" ma:showField="PublishStatus" ma:web="8289c1ac-6532-4c62-99f0-6d04770316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0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1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2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4" nillable="true" ma:taxonomy="true" ma:internalName="ScenarioTagsTaxHTField0" ma:taxonomyFieldName="ScenarioTags" ma:displayName="Scenarios" ma:readOnly="false" ma:default="" ma:fieldId="{7d04b479-8c6f-495c-aa6e-33bcaa9037bb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6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7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8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19" nillable="true" ma:displayName="Submitter ID" ma:default="" ma:internalName="SubmitterId" ma:readOnly="false">
      <xsd:simpleType>
        <xsd:restriction base="dms:Text"/>
      </xsd:simpleType>
    </xsd:element>
    <xsd:element name="TaxCatchAll" ma:index="120" nillable="true" ma:displayName="Taxonomy Catch All Column" ma:hidden="true" ma:list="{2877ee78-c716-4f0a-ba73-cc9f8391e772}" ma:internalName="TaxCatchAll" ma:showField="CatchAllData" ma:web="8289c1ac-6532-4c62-99f0-6d04770316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1" nillable="true" ma:displayName="Taxonomy Catch All Column1" ma:hidden="true" ma:list="{2877ee78-c716-4f0a-ba73-cc9f8391e772}" ma:internalName="TaxCatchAllLabel" ma:readOnly="true" ma:showField="CatchAllDataLabel" ma:web="8289c1ac-6532-4c62-99f0-6d04770316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2" nillable="true" ma:displayName="Template Status" ma:default="" ma:internalName="TemplateStatus">
      <xsd:simpleType>
        <xsd:restriction base="dms:Unknown"/>
      </xsd:simpleType>
    </xsd:element>
    <xsd:element name="TemplateTemplateType" ma:index="123" nillable="true" ma:displayName="Template Type" ma:default="" ma:internalName="TemplateTemplateType">
      <xsd:simpleType>
        <xsd:restriction base="dms:Unknown"/>
      </xsd:simpleType>
    </xsd:element>
    <xsd:element name="ThumbnailAssetId" ma:index="124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5" nillable="true" ma:displayName="Times Cloned" ma:default="" ma:internalName="TimesCloned" ma:readOnly="false">
      <xsd:simpleType>
        <xsd:restriction base="dms:Number"/>
      </xsd:simpleType>
    </xsd:element>
    <xsd:element name="TrustLevel" ma:index="127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8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29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0" nillable="true" ma:displayName="UA Notes" ma:default="" ma:internalName="UANotes" ma:readOnly="false">
      <xsd:simpleType>
        <xsd:restriction base="dms:Note"/>
      </xsd:simpleType>
    </xsd:element>
    <xsd:element name="TPAppVersion" ma:index="131" nillable="true" ma:displayName="Version" ma:default="" ma:internalName="TPAppVersion">
      <xsd:simpleType>
        <xsd:restriction base="dms:Text"/>
      </xsd:simpleType>
    </xsd:element>
    <xsd:element name="VoteCount" ma:index="132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1" ma:displayName="Content Type"/>
        <xsd:element ref="dc:title" minOccurs="0" maxOccurs="1" ma:index="126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101CFD1-0A65-4823-8584-E1E03CB3B437}">
  <ds:schemaRefs>
    <ds:schemaRef ds:uri="http://schemas.microsoft.com/office/2006/metadata/properties"/>
    <ds:schemaRef ds:uri="http://schemas.microsoft.com/office/infopath/2007/PartnerControls"/>
    <ds:schemaRef ds:uri="8289c1ac-6532-4c62-99f0-6d047703163c"/>
  </ds:schemaRefs>
</ds:datastoreItem>
</file>

<file path=customXml/itemProps2.xml><?xml version="1.0" encoding="utf-8"?>
<ds:datastoreItem xmlns:ds="http://schemas.openxmlformats.org/officeDocument/2006/customXml" ds:itemID="{B557E8E5-740A-4A7B-86DC-201F050AD2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56A0E0-7B84-488C-A86D-F9C42BEAA2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89c1ac-6532-4c62-99f0-6d047703163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um produto ou serviço</Template>
  <TotalTime>141</TotalTime>
  <Words>311</Words>
  <Application>Microsoft Office PowerPoint</Application>
  <PresentationFormat>Apresentação no Ecrã (4:3)</PresentationFormat>
  <Paragraphs>45</Paragraphs>
  <Slides>12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dos diapositivos</vt:lpstr>
      </vt:variant>
      <vt:variant>
        <vt:i4>12</vt:i4>
      </vt:variant>
    </vt:vector>
  </HeadingPairs>
  <TitlesOfParts>
    <vt:vector size="19" baseType="lpstr">
      <vt:lpstr>Arial</vt:lpstr>
      <vt:lpstr>Garamond</vt:lpstr>
      <vt:lpstr>Times New Roman</vt:lpstr>
      <vt:lpstr>Tw Cen MT</vt:lpstr>
      <vt:lpstr>Verdana Pro Black</vt:lpstr>
      <vt:lpstr>01017848</vt:lpstr>
      <vt:lpstr>Circuito</vt:lpstr>
      <vt:lpstr>Apresentação do PowerPoint</vt:lpstr>
      <vt:lpstr>Apresentação do PowerPoint</vt:lpstr>
      <vt:lpstr>Produto</vt:lpstr>
      <vt:lpstr>Preço</vt:lpstr>
      <vt:lpstr>Praça (distribuição)</vt:lpstr>
      <vt:lpstr>promoção</vt:lpstr>
      <vt:lpstr>SWOT</vt:lpstr>
      <vt:lpstr>SWOT</vt:lpstr>
      <vt:lpstr>SWOT</vt:lpstr>
      <vt:lpstr>SWOT</vt:lpstr>
      <vt:lpstr>SWOT</vt:lpstr>
      <vt:lpstr>Informação de contato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MANOEL BARATA</dc:creator>
  <cp:lastModifiedBy>MANOEL BARATA</cp:lastModifiedBy>
  <cp:revision>30</cp:revision>
  <cp:lastPrinted>1601-01-01T00:00:00Z</cp:lastPrinted>
  <dcterms:created xsi:type="dcterms:W3CDTF">2025-09-16T14:56:06Z</dcterms:created>
  <dcterms:modified xsi:type="dcterms:W3CDTF">2025-09-18T17:17:39Z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TC010178481033</vt:lpwstr>
  </property>
  <property fmtid="{D5CDD505-2E9C-101B-9397-08002B2CF9AE}" pid="3" name="ContentTypeId">
    <vt:lpwstr>0x0101005EB5FCBB1E5ECD4D83FA6E62BA4F98FF04003B76559807ED7042AFCC9CD6E0E16B7A</vt:lpwstr>
  </property>
  <property fmtid="{D5CDD505-2E9C-101B-9397-08002B2CF9AE}" pid="4" name="InternalTags">
    <vt:lpwstr/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  <property fmtid="{D5CDD505-2E9C-101B-9397-08002B2CF9AE}" pid="9" name="Order">
    <vt:r8>5570100</vt:r8>
  </property>
  <property fmtid="{D5CDD505-2E9C-101B-9397-08002B2CF9AE}" pid="10" name="HiddenCategoryTags">
    <vt:lpwstr/>
  </property>
  <property fmtid="{D5CDD505-2E9C-101B-9397-08002B2CF9AE}" pid="11" name="ImageGenStatus">
    <vt:i4>0</vt:i4>
  </property>
  <property fmtid="{D5CDD505-2E9C-101B-9397-08002B2CF9AE}" pid="12" name="CategoryTags">
    <vt:lpwstr/>
  </property>
  <property fmtid="{D5CDD505-2E9C-101B-9397-08002B2CF9AE}" pid="13" name="Applications">
    <vt:lpwstr/>
  </property>
  <property fmtid="{D5CDD505-2E9C-101B-9397-08002B2CF9AE}" pid="14" name="LocMarketGroupTiers">
    <vt:lpwstr>,t:Tier 1,t:Tier 2,t:Tier 3,</vt:lpwstr>
  </property>
</Properties>
</file>