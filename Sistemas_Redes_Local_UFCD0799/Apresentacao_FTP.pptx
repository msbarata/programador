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FTP – File Transfer Protocol</a:t>
            </a:r>
          </a:p>
          <a:p>
            <a:r>
              <a:t>Camada de Aplicação do Modelo TCP/IP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Apresentação Didática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Introdução ao FTP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  <a:r>
              <a:t>Definição: protocolo padrão para transferência de arquivos via TCP/IP.</a:t>
            </a:r>
          </a:p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  <a:r>
              <a:t>Objetivo: envio e recebimento de arquivos de forma confiável.</a:t>
            </a:r>
          </a:p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  <a:r>
              <a:t>Padronizado pela RFC 959 (1985).</a:t>
            </a:r>
          </a:p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  <a:r>
              <a:t>Usos comuns: hospedagem de sites, compartilhamento de arquivos, backups remotos.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FTP no Modelo TCP/IP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  <a:r>
              <a:t>Localizado na camada de aplicação.</a:t>
            </a:r>
          </a:p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  <a:r>
              <a:t>Usa TCP para confiabilidade.</a:t>
            </a:r>
          </a:p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  <a:r>
              <a:t>Porta 21: controle de conexão.</a:t>
            </a:r>
          </a:p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  <a:r>
              <a:t>Porta 20: transferência de dados.</a:t>
            </a:r>
          </a:p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  <a:r>
              <a:t>Segue o modelo cliente-servidor.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Funcionamento Básico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  <a:r>
              <a:t>Cliente conecta ao servidor na porta 21.</a:t>
            </a:r>
          </a:p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  <a:r>
              <a:t>Troca de comandos e respostas (controle).</a:t>
            </a:r>
          </a:p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  <a:r>
              <a:t>Estabelecimento de canal de dados.</a:t>
            </a:r>
          </a:p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  <a:r>
              <a:t>Transferência de arquivos (upload/download).</a:t>
            </a:r>
          </a:p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  <a:r>
              <a:t>Encerramento da sessão.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Modos de Operação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  <a:r>
              <a:t>Modo Ativo: servidor abre conexão de dados (porta 20).</a:t>
            </a:r>
          </a:p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  <a:r>
              <a:t>Pode ser bloqueado por firewalls.</a:t>
            </a:r>
          </a:p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  <a:r>
              <a:t>Modo Passivo: cliente solicita porta para dados.</a:t>
            </a:r>
          </a:p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  <a:r>
              <a:t>Mais usado em redes com NAT/firewall.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Comandos FTP Comuns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  <a:r>
              <a:t>USER / PASS → autenticação.</a:t>
            </a:r>
          </a:p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  <a:r>
              <a:t>LIST → lista arquivos e diretórios.</a:t>
            </a:r>
          </a:p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  <a:r>
              <a:t>RETR → baixar arquivo.</a:t>
            </a:r>
          </a:p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  <a:r>
              <a:t>STOR → enviar arquivo.</a:t>
            </a:r>
          </a:p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  <a:r>
              <a:t>QUIT → encerrar sessão.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Segurança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  <a:r>
              <a:t>FTP tradicional não criptografa dados.</a:t>
            </a:r>
          </a:p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  <a:r>
              <a:t>Vulnerável a captura de senhas e arquivos.</a:t>
            </a:r>
          </a:p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  <a:r>
              <a:t>Alternativas seguras:</a:t>
            </a:r>
          </a:p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  <a:r>
              <a:t>FTPS (FTP + TLS/SSL).</a:t>
            </a:r>
          </a:p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  <a:r>
              <a:t>SFTP (baseado em SSH, diferente do FTP).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Vantagens e Limitações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  <a:r>
              <a:t>Vantagens: simples e amplamente suportado, bom para arquivos grandes.</a:t>
            </a:r>
          </a:p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  <a:r>
              <a:t>Limitações: inseguro sem criptografia, pouco eficiente para muitos arquivos pequenos.</a:t>
            </a:r>
          </a:p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  <a:r>
              <a:t>Problemas com firewalls/NAT (modo ativo).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  <a:r>
              <a:t>FTP: protocolo da camada de aplicação no modelo TCP/IP.</a:t>
            </a:r>
          </a:p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  <a:r>
              <a:t>Usa TCP (porta 21 controle, 20 dados).</a:t>
            </a:r>
          </a:p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  <a:r>
              <a:t>Modos: ativo e passivo.</a:t>
            </a:r>
          </a:p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  <a:r>
              <a:t>Atenção à segurança → preferir FTPS ou SFTP.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